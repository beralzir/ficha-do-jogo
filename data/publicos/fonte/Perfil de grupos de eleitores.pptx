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7" r:id="rId2"/>
    <p:sldId id="292" r:id="rId3"/>
    <p:sldId id="291" r:id="rId4"/>
    <p:sldId id="256" r:id="rId5"/>
    <p:sldId id="263" r:id="rId6"/>
    <p:sldId id="264" r:id="rId7"/>
    <p:sldId id="258" r:id="rId8"/>
    <p:sldId id="265" r:id="rId9"/>
    <p:sldId id="266" r:id="rId10"/>
    <p:sldId id="259" r:id="rId11"/>
    <p:sldId id="267" r:id="rId12"/>
    <p:sldId id="268" r:id="rId13"/>
    <p:sldId id="269" r:id="rId14"/>
    <p:sldId id="270" r:id="rId15"/>
    <p:sldId id="271" r:id="rId16"/>
    <p:sldId id="272" r:id="rId17"/>
    <p:sldId id="260" r:id="rId18"/>
    <p:sldId id="273" r:id="rId19"/>
    <p:sldId id="274" r:id="rId20"/>
    <p:sldId id="275" r:id="rId21"/>
    <p:sldId id="276" r:id="rId22"/>
    <p:sldId id="277" r:id="rId23"/>
    <p:sldId id="278" r:id="rId24"/>
    <p:sldId id="261" r:id="rId25"/>
    <p:sldId id="279" r:id="rId26"/>
    <p:sldId id="280" r:id="rId27"/>
    <p:sldId id="281" r:id="rId28"/>
    <p:sldId id="282" r:id="rId29"/>
    <p:sldId id="283" r:id="rId30"/>
    <p:sldId id="284" r:id="rId31"/>
    <p:sldId id="262" r:id="rId32"/>
    <p:sldId id="285" r:id="rId33"/>
    <p:sldId id="286" r:id="rId34"/>
    <p:sldId id="287" r:id="rId35"/>
    <p:sldId id="288" r:id="rId36"/>
    <p:sldId id="289" r:id="rId37"/>
    <p:sldId id="290" r:id="rId38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6B5D4"/>
    <a:srgbClr val="E7EAED"/>
    <a:srgbClr val="24D3F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57506E5-65AE-481F-BB5E-09F63AB63768}" v="237" dt="2026-03-10T21:10:33.488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édio 2 - Ênfase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00" autoAdjust="0"/>
    <p:restoredTop sz="94660"/>
  </p:normalViewPr>
  <p:slideViewPr>
    <p:cSldViewPr snapToGrid="0">
      <p:cViewPr varScale="1">
        <p:scale>
          <a:sx n="53" d="100"/>
          <a:sy n="53" d="100"/>
        </p:scale>
        <p:origin x="1338" y="2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presProps" Target="pres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microsoft.com/office/2016/11/relationships/changesInfo" Target="changesInfos/changesInfo1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elia Gutierrez" userId="df43f2c5498c01a2" providerId="LiveId" clId="{20D42F73-B7FA-46DD-88CE-37CECF92C70F}"/>
    <pc:docChg chg="undo redo custSel addSld delSld modSld">
      <pc:chgData name="Celia Gutierrez" userId="df43f2c5498c01a2" providerId="LiveId" clId="{20D42F73-B7FA-46DD-88CE-37CECF92C70F}" dt="2026-03-10T21:11:01.130" v="2882" actId="20577"/>
      <pc:docMkLst>
        <pc:docMk/>
      </pc:docMkLst>
      <pc:sldChg chg="addSp modSp mod">
        <pc:chgData name="Celia Gutierrez" userId="df43f2c5498c01a2" providerId="LiveId" clId="{20D42F73-B7FA-46DD-88CE-37CECF92C70F}" dt="2026-03-10T21:09:48.377" v="2841" actId="6549"/>
        <pc:sldMkLst>
          <pc:docMk/>
          <pc:sldMk cId="3011427027" sldId="256"/>
        </pc:sldMkLst>
        <pc:spChg chg="add mod">
          <ac:chgData name="Celia Gutierrez" userId="df43f2c5498c01a2" providerId="LiveId" clId="{20D42F73-B7FA-46DD-88CE-37CECF92C70F}" dt="2026-03-10T12:28:48.501" v="78" actId="20577"/>
          <ac:spMkLst>
            <pc:docMk/>
            <pc:sldMk cId="3011427027" sldId="256"/>
            <ac:spMk id="7" creationId="{77EBE3DC-D67E-BB8A-B22E-F649458AF206}"/>
          </ac:spMkLst>
        </pc:spChg>
        <pc:spChg chg="add mod">
          <ac:chgData name="Celia Gutierrez" userId="df43f2c5498c01a2" providerId="LiveId" clId="{20D42F73-B7FA-46DD-88CE-37CECF92C70F}" dt="2026-03-10T18:52:58.286" v="2500" actId="20577"/>
          <ac:spMkLst>
            <pc:docMk/>
            <pc:sldMk cId="3011427027" sldId="256"/>
            <ac:spMk id="9" creationId="{3D541504-0F69-B123-7F13-25D9EB8A2C30}"/>
          </ac:spMkLst>
        </pc:spChg>
        <pc:spChg chg="add mod">
          <ac:chgData name="Celia Gutierrez" userId="df43f2c5498c01a2" providerId="LiveId" clId="{20D42F73-B7FA-46DD-88CE-37CECF92C70F}" dt="2026-03-10T21:09:48.377" v="2841" actId="6549"/>
          <ac:spMkLst>
            <pc:docMk/>
            <pc:sldMk cId="3011427027" sldId="256"/>
            <ac:spMk id="10" creationId="{3D649E7F-A5F3-E31B-918A-5816D6A5266B}"/>
          </ac:spMkLst>
        </pc:spChg>
      </pc:sldChg>
      <pc:sldChg chg="addSp modSp mod">
        <pc:chgData name="Celia Gutierrez" userId="df43f2c5498c01a2" providerId="LiveId" clId="{20D42F73-B7FA-46DD-88CE-37CECF92C70F}" dt="2026-03-10T21:11:01.130" v="2882" actId="20577"/>
        <pc:sldMkLst>
          <pc:docMk/>
          <pc:sldMk cId="3415461670" sldId="257"/>
        </pc:sldMkLst>
        <pc:spChg chg="mod">
          <ac:chgData name="Celia Gutierrez" userId="df43f2c5498c01a2" providerId="LiveId" clId="{20D42F73-B7FA-46DD-88CE-37CECF92C70F}" dt="2026-03-10T12:27:08.049" v="7" actId="1076"/>
          <ac:spMkLst>
            <pc:docMk/>
            <pc:sldMk cId="3415461670" sldId="257"/>
            <ac:spMk id="4" creationId="{689FA6CC-EE14-07E8-712F-541E6F8D68E7}"/>
          </ac:spMkLst>
        </pc:spChg>
        <pc:spChg chg="add mod">
          <ac:chgData name="Celia Gutierrez" userId="df43f2c5498c01a2" providerId="LiveId" clId="{20D42F73-B7FA-46DD-88CE-37CECF92C70F}" dt="2026-03-10T21:11:01.130" v="2882" actId="20577"/>
          <ac:spMkLst>
            <pc:docMk/>
            <pc:sldMk cId="3415461670" sldId="257"/>
            <ac:spMk id="5" creationId="{DD0BDD93-F639-4811-6817-2E5862EE9AEA}"/>
          </ac:spMkLst>
        </pc:spChg>
      </pc:sldChg>
      <pc:sldChg chg="addSp delSp modSp mod">
        <pc:chgData name="Celia Gutierrez" userId="df43f2c5498c01a2" providerId="LiveId" clId="{20D42F73-B7FA-46DD-88CE-37CECF92C70F}" dt="2026-03-10T21:10:08.103" v="2846"/>
        <pc:sldMkLst>
          <pc:docMk/>
          <pc:sldMk cId="4156261570" sldId="258"/>
        </pc:sldMkLst>
        <pc:spChg chg="del">
          <ac:chgData name="Celia Gutierrez" userId="df43f2c5498c01a2" providerId="LiveId" clId="{20D42F73-B7FA-46DD-88CE-37CECF92C70F}" dt="2026-03-10T15:00:50.716" v="985" actId="478"/>
          <ac:spMkLst>
            <pc:docMk/>
            <pc:sldMk cId="4156261570" sldId="258"/>
            <ac:spMk id="2" creationId="{EC8066D6-75A8-8583-7C44-716CF0BB522F}"/>
          </ac:spMkLst>
        </pc:spChg>
        <pc:spChg chg="mod">
          <ac:chgData name="Celia Gutierrez" userId="df43f2c5498c01a2" providerId="LiveId" clId="{20D42F73-B7FA-46DD-88CE-37CECF92C70F}" dt="2026-03-10T15:00:59.406" v="988" actId="1076"/>
          <ac:spMkLst>
            <pc:docMk/>
            <pc:sldMk cId="4156261570" sldId="258"/>
            <ac:spMk id="3" creationId="{4CB1845F-07FB-EE0A-54EB-51DAD67F3855}"/>
          </ac:spMkLst>
        </pc:spChg>
        <pc:spChg chg="add mod">
          <ac:chgData name="Celia Gutierrez" userId="df43f2c5498c01a2" providerId="LiveId" clId="{20D42F73-B7FA-46DD-88CE-37CECF92C70F}" dt="2026-03-10T15:00:59.406" v="988" actId="1076"/>
          <ac:spMkLst>
            <pc:docMk/>
            <pc:sldMk cId="4156261570" sldId="258"/>
            <ac:spMk id="4" creationId="{3B9B0D56-04C8-DD6D-8731-560907F50453}"/>
          </ac:spMkLst>
        </pc:spChg>
        <pc:spChg chg="add mod ord">
          <ac:chgData name="Celia Gutierrez" userId="df43f2c5498c01a2" providerId="LiveId" clId="{20D42F73-B7FA-46DD-88CE-37CECF92C70F}" dt="2026-03-10T15:00:54.624" v="987" actId="167"/>
          <ac:spMkLst>
            <pc:docMk/>
            <pc:sldMk cId="4156261570" sldId="258"/>
            <ac:spMk id="5" creationId="{86C1746D-50F8-9B36-F010-B98EBCD02A36}"/>
          </ac:spMkLst>
        </pc:spChg>
        <pc:spChg chg="add mod">
          <ac:chgData name="Celia Gutierrez" userId="df43f2c5498c01a2" providerId="LiveId" clId="{20D42F73-B7FA-46DD-88CE-37CECF92C70F}" dt="2026-03-10T21:10:08.103" v="2846"/>
          <ac:spMkLst>
            <pc:docMk/>
            <pc:sldMk cId="4156261570" sldId="258"/>
            <ac:spMk id="10" creationId="{19E73C70-92BC-92A4-C796-157351B630C9}"/>
          </ac:spMkLst>
        </pc:spChg>
        <pc:graphicFrameChg chg="add del mod">
          <ac:chgData name="Celia Gutierrez" userId="df43f2c5498c01a2" providerId="LiveId" clId="{20D42F73-B7FA-46DD-88CE-37CECF92C70F}" dt="2026-03-10T15:53:40.789" v="1551" actId="478"/>
          <ac:graphicFrameMkLst>
            <pc:docMk/>
            <pc:sldMk cId="4156261570" sldId="258"/>
            <ac:graphicFrameMk id="6" creationId="{000E0BED-81A8-9D90-1F7E-2B6F93A253AD}"/>
          </ac:graphicFrameMkLst>
        </pc:graphicFrameChg>
        <pc:graphicFrameChg chg="add del mod">
          <ac:chgData name="Celia Gutierrez" userId="df43f2c5498c01a2" providerId="LiveId" clId="{20D42F73-B7FA-46DD-88CE-37CECF92C70F}" dt="2026-03-10T15:53:40.789" v="1551" actId="478"/>
          <ac:graphicFrameMkLst>
            <pc:docMk/>
            <pc:sldMk cId="4156261570" sldId="258"/>
            <ac:graphicFrameMk id="7" creationId="{24F3E37A-49C4-404C-42B0-BA15E1E9CABB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9:40:14.080" v="2688" actId="478"/>
          <ac:graphicFrameMkLst>
            <pc:docMk/>
            <pc:sldMk cId="4156261570" sldId="258"/>
            <ac:graphicFrameMk id="8" creationId="{F7414D91-5989-8A83-7AFF-9932F902DBA0}"/>
          </ac:graphicFrameMkLst>
        </pc:graphicFrameChg>
        <pc:graphicFrameChg chg="add mod modGraphic">
          <ac:chgData name="Celia Gutierrez" userId="df43f2c5498c01a2" providerId="LiveId" clId="{20D42F73-B7FA-46DD-88CE-37CECF92C70F}" dt="2026-03-10T19:41:20.613" v="2707"/>
          <ac:graphicFrameMkLst>
            <pc:docMk/>
            <pc:sldMk cId="4156261570" sldId="258"/>
            <ac:graphicFrameMk id="9" creationId="{1EDB99DC-C52D-5656-8CB1-EDF011CCF7DB}"/>
          </ac:graphicFrameMkLst>
        </pc:graphicFrameChg>
      </pc:sldChg>
      <pc:sldChg chg="addSp modSp mod setBg">
        <pc:chgData name="Celia Gutierrez" userId="df43f2c5498c01a2" providerId="LiveId" clId="{20D42F73-B7FA-46DD-88CE-37CECF92C70F}" dt="2026-03-10T19:29:05.531" v="2686" actId="1076"/>
        <pc:sldMkLst>
          <pc:docMk/>
          <pc:sldMk cId="2736375366" sldId="259"/>
        </pc:sldMkLst>
        <pc:spChg chg="add mod">
          <ac:chgData name="Celia Gutierrez" userId="df43f2c5498c01a2" providerId="LiveId" clId="{20D42F73-B7FA-46DD-88CE-37CECF92C70F}" dt="2026-03-10T19:29:05.531" v="2686" actId="1076"/>
          <ac:spMkLst>
            <pc:docMk/>
            <pc:sldMk cId="2736375366" sldId="259"/>
            <ac:spMk id="2" creationId="{F4B537D1-3071-EE2F-647A-E1D38159A962}"/>
          </ac:spMkLst>
        </pc:spChg>
      </pc:sldChg>
      <pc:sldChg chg="addSp modSp mod setBg">
        <pc:chgData name="Celia Gutierrez" userId="df43f2c5498c01a2" providerId="LiveId" clId="{20D42F73-B7FA-46DD-88CE-37CECF92C70F}" dt="2026-03-10T19:29:00.540" v="2685" actId="1076"/>
        <pc:sldMkLst>
          <pc:docMk/>
          <pc:sldMk cId="2881923081" sldId="260"/>
        </pc:sldMkLst>
        <pc:spChg chg="add mod">
          <ac:chgData name="Celia Gutierrez" userId="df43f2c5498c01a2" providerId="LiveId" clId="{20D42F73-B7FA-46DD-88CE-37CECF92C70F}" dt="2026-03-10T19:29:00.540" v="2685" actId="1076"/>
          <ac:spMkLst>
            <pc:docMk/>
            <pc:sldMk cId="2881923081" sldId="260"/>
            <ac:spMk id="2" creationId="{1551A7BF-BB0E-02E0-FCDB-9FFAF97372B4}"/>
          </ac:spMkLst>
        </pc:spChg>
      </pc:sldChg>
      <pc:sldChg chg="addSp modSp mod setBg">
        <pc:chgData name="Celia Gutierrez" userId="df43f2c5498c01a2" providerId="LiveId" clId="{20D42F73-B7FA-46DD-88CE-37CECF92C70F}" dt="2026-03-10T19:28:54.949" v="2684" actId="1076"/>
        <pc:sldMkLst>
          <pc:docMk/>
          <pc:sldMk cId="1094224743" sldId="261"/>
        </pc:sldMkLst>
        <pc:spChg chg="add mod">
          <ac:chgData name="Celia Gutierrez" userId="df43f2c5498c01a2" providerId="LiveId" clId="{20D42F73-B7FA-46DD-88CE-37CECF92C70F}" dt="2026-03-10T19:28:54.949" v="2684" actId="1076"/>
          <ac:spMkLst>
            <pc:docMk/>
            <pc:sldMk cId="1094224743" sldId="261"/>
            <ac:spMk id="2" creationId="{8EC49B07-8B07-1EAE-3AAE-58FAB4073EFE}"/>
          </ac:spMkLst>
        </pc:spChg>
      </pc:sldChg>
      <pc:sldChg chg="addSp modSp mod setBg">
        <pc:chgData name="Celia Gutierrez" userId="df43f2c5498c01a2" providerId="LiveId" clId="{20D42F73-B7FA-46DD-88CE-37CECF92C70F}" dt="2026-03-10T19:28:49.123" v="2683" actId="1076"/>
        <pc:sldMkLst>
          <pc:docMk/>
          <pc:sldMk cId="307187" sldId="262"/>
        </pc:sldMkLst>
        <pc:spChg chg="add mod">
          <ac:chgData name="Celia Gutierrez" userId="df43f2c5498c01a2" providerId="LiveId" clId="{20D42F73-B7FA-46DD-88CE-37CECF92C70F}" dt="2026-03-10T19:28:49.123" v="2683" actId="1076"/>
          <ac:spMkLst>
            <pc:docMk/>
            <pc:sldMk cId="307187" sldId="262"/>
            <ac:spMk id="2" creationId="{16F66890-EA22-85FE-ACDD-BC0D6E2117EF}"/>
          </ac:spMkLst>
        </pc:spChg>
      </pc:sldChg>
      <pc:sldChg chg="addSp delSp modSp mod">
        <pc:chgData name="Celia Gutierrez" userId="df43f2c5498c01a2" providerId="LiveId" clId="{20D42F73-B7FA-46DD-88CE-37CECF92C70F}" dt="2026-03-10T21:10:04.156" v="2844" actId="14100"/>
        <pc:sldMkLst>
          <pc:docMk/>
          <pc:sldMk cId="1166246319" sldId="263"/>
        </pc:sldMkLst>
        <pc:spChg chg="add mod">
          <ac:chgData name="Celia Gutierrez" userId="df43f2c5498c01a2" providerId="LiveId" clId="{20D42F73-B7FA-46DD-88CE-37CECF92C70F}" dt="2026-03-10T14:36:55.541" v="964" actId="1076"/>
          <ac:spMkLst>
            <pc:docMk/>
            <pc:sldMk cId="1166246319" sldId="263"/>
            <ac:spMk id="2" creationId="{98D1CB89-5379-747F-63F3-446DBE60FB35}"/>
          </ac:spMkLst>
        </pc:spChg>
        <pc:spChg chg="mod">
          <ac:chgData name="Celia Gutierrez" userId="df43f2c5498c01a2" providerId="LiveId" clId="{20D42F73-B7FA-46DD-88CE-37CECF92C70F}" dt="2026-03-10T14:36:49.609" v="962" actId="14100"/>
          <ac:spMkLst>
            <pc:docMk/>
            <pc:sldMk cId="1166246319" sldId="263"/>
            <ac:spMk id="5" creationId="{3D105F8B-D1AC-CB75-0B47-F8FCC5950C46}"/>
          </ac:spMkLst>
        </pc:spChg>
        <pc:spChg chg="mod">
          <ac:chgData name="Celia Gutierrez" userId="df43f2c5498c01a2" providerId="LiveId" clId="{20D42F73-B7FA-46DD-88CE-37CECF92C70F}" dt="2026-03-10T14:36:53.338" v="963" actId="1076"/>
          <ac:spMkLst>
            <pc:docMk/>
            <pc:sldMk cId="1166246319" sldId="263"/>
            <ac:spMk id="6" creationId="{1606FEE6-0E22-E3C5-327C-372CA6E2DBE7}"/>
          </ac:spMkLst>
        </pc:spChg>
        <pc:spChg chg="add mod">
          <ac:chgData name="Celia Gutierrez" userId="df43f2c5498c01a2" providerId="LiveId" clId="{20D42F73-B7FA-46DD-88CE-37CECF92C70F}" dt="2026-03-10T14:37:02.638" v="965" actId="1076"/>
          <ac:spMkLst>
            <pc:docMk/>
            <pc:sldMk cId="1166246319" sldId="263"/>
            <ac:spMk id="7" creationId="{9BE8D26D-A842-E908-4802-2E07AAE3C119}"/>
          </ac:spMkLst>
        </pc:spChg>
        <pc:spChg chg="add mod">
          <ac:chgData name="Celia Gutierrez" userId="df43f2c5498c01a2" providerId="LiveId" clId="{20D42F73-B7FA-46DD-88CE-37CECF92C70F}" dt="2026-03-10T14:37:02.638" v="965" actId="1076"/>
          <ac:spMkLst>
            <pc:docMk/>
            <pc:sldMk cId="1166246319" sldId="263"/>
            <ac:spMk id="8" creationId="{3AEE9890-F053-7A03-BCE6-CB53D8A6B8D8}"/>
          </ac:spMkLst>
        </pc:spChg>
        <pc:spChg chg="add mod">
          <ac:chgData name="Celia Gutierrez" userId="df43f2c5498c01a2" providerId="LiveId" clId="{20D42F73-B7FA-46DD-88CE-37CECF92C70F}" dt="2026-03-10T14:37:02.638" v="965" actId="1076"/>
          <ac:spMkLst>
            <pc:docMk/>
            <pc:sldMk cId="1166246319" sldId="263"/>
            <ac:spMk id="12" creationId="{15502C28-21DE-444F-B119-3198E046A06A}"/>
          </ac:spMkLst>
        </pc:spChg>
        <pc:spChg chg="add mod">
          <ac:chgData name="Celia Gutierrez" userId="df43f2c5498c01a2" providerId="LiveId" clId="{20D42F73-B7FA-46DD-88CE-37CECF92C70F}" dt="2026-03-10T14:37:22.165" v="976" actId="1035"/>
          <ac:spMkLst>
            <pc:docMk/>
            <pc:sldMk cId="1166246319" sldId="263"/>
            <ac:spMk id="14" creationId="{5B7D2C62-5379-6378-516E-C45CDA5E2D70}"/>
          </ac:spMkLst>
        </pc:spChg>
        <pc:spChg chg="add mod">
          <ac:chgData name="Celia Gutierrez" userId="df43f2c5498c01a2" providerId="LiveId" clId="{20D42F73-B7FA-46DD-88CE-37CECF92C70F}" dt="2026-03-10T14:37:02.638" v="965" actId="1076"/>
          <ac:spMkLst>
            <pc:docMk/>
            <pc:sldMk cId="1166246319" sldId="263"/>
            <ac:spMk id="16" creationId="{D042BC6B-D54F-CFDC-7F0A-776FDC65C31F}"/>
          </ac:spMkLst>
        </pc:spChg>
        <pc:spChg chg="add mod">
          <ac:chgData name="Celia Gutierrez" userId="df43f2c5498c01a2" providerId="LiveId" clId="{20D42F73-B7FA-46DD-88CE-37CECF92C70F}" dt="2026-03-10T15:49:19.708" v="1505" actId="1076"/>
          <ac:spMkLst>
            <pc:docMk/>
            <pc:sldMk cId="1166246319" sldId="263"/>
            <ac:spMk id="18" creationId="{82914137-2D7D-110E-1411-764C781B59E9}"/>
          </ac:spMkLst>
        </pc:spChg>
        <pc:spChg chg="add mod">
          <ac:chgData name="Celia Gutierrez" userId="df43f2c5498c01a2" providerId="LiveId" clId="{20D42F73-B7FA-46DD-88CE-37CECF92C70F}" dt="2026-03-10T21:10:04.156" v="2844" actId="14100"/>
          <ac:spMkLst>
            <pc:docMk/>
            <pc:sldMk cId="1166246319" sldId="263"/>
            <ac:spMk id="24" creationId="{548E2030-E9C6-2057-61F2-7E7A795D4DF0}"/>
          </ac:spMkLst>
        </pc:spChg>
        <pc:graphicFrameChg chg="add del mod modGraphic">
          <ac:chgData name="Celia Gutierrez" userId="df43f2c5498c01a2" providerId="LiveId" clId="{20D42F73-B7FA-46DD-88CE-37CECF92C70F}" dt="2026-03-10T15:29:35.884" v="1382" actId="478"/>
          <ac:graphicFrameMkLst>
            <pc:docMk/>
            <pc:sldMk cId="1166246319" sldId="263"/>
            <ac:graphicFrameMk id="4" creationId="{04DE7026-F4B3-E2BC-430F-41F1FD3B3B89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5:31:35.664" v="1414" actId="478"/>
          <ac:graphicFrameMkLst>
            <pc:docMk/>
            <pc:sldMk cId="1166246319" sldId="263"/>
            <ac:graphicFrameMk id="9" creationId="{AB7A0388-67F9-640F-AE9C-DDE5010172F5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5:29:47" v="1386" actId="478"/>
          <ac:graphicFrameMkLst>
            <pc:docMk/>
            <pc:sldMk cId="1166246319" sldId="263"/>
            <ac:graphicFrameMk id="10" creationId="{6D746458-B8A2-9E97-4194-818ACD075FE4}"/>
          </ac:graphicFrameMkLst>
        </pc:graphicFrameChg>
        <pc:graphicFrameChg chg="add del mod">
          <ac:chgData name="Celia Gutierrez" userId="df43f2c5498c01a2" providerId="LiveId" clId="{20D42F73-B7FA-46DD-88CE-37CECF92C70F}" dt="2026-03-10T14:31:54.061" v="856" actId="478"/>
          <ac:graphicFrameMkLst>
            <pc:docMk/>
            <pc:sldMk cId="1166246319" sldId="263"/>
            <ac:graphicFrameMk id="11" creationId="{1B6BA3D5-9D25-9304-681A-5EDFCB9DDDE4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5:31:37.320" v="1415" actId="478"/>
          <ac:graphicFrameMkLst>
            <pc:docMk/>
            <pc:sldMk cId="1166246319" sldId="263"/>
            <ac:graphicFrameMk id="13" creationId="{487CA76B-B1CE-128A-CD79-73D021798CED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5:40:42.283" v="1467" actId="478"/>
          <ac:graphicFrameMkLst>
            <pc:docMk/>
            <pc:sldMk cId="1166246319" sldId="263"/>
            <ac:graphicFrameMk id="15" creationId="{BDB064D7-2872-6ADB-EB47-32F8985A2E82}"/>
          </ac:graphicFrameMkLst>
        </pc:graphicFrameChg>
        <pc:graphicFrameChg chg="add mod modGraphic">
          <ac:chgData name="Celia Gutierrez" userId="df43f2c5498c01a2" providerId="LiveId" clId="{20D42F73-B7FA-46DD-88CE-37CECF92C70F}" dt="2026-03-10T16:00:34.636" v="1634"/>
          <ac:graphicFrameMkLst>
            <pc:docMk/>
            <pc:sldMk cId="1166246319" sldId="263"/>
            <ac:graphicFrameMk id="19" creationId="{011760F5-D6FD-7597-31C5-2061BAD70C1E}"/>
          </ac:graphicFrameMkLst>
        </pc:graphicFrameChg>
        <pc:graphicFrameChg chg="add mod modGraphic">
          <ac:chgData name="Celia Gutierrez" userId="df43f2c5498c01a2" providerId="LiveId" clId="{20D42F73-B7FA-46DD-88CE-37CECF92C70F}" dt="2026-03-10T15:32:12.367" v="1422" actId="1076"/>
          <ac:graphicFrameMkLst>
            <pc:docMk/>
            <pc:sldMk cId="1166246319" sldId="263"/>
            <ac:graphicFrameMk id="20" creationId="{0719593D-0CC3-860A-DD3E-BB1A44CC8606}"/>
          </ac:graphicFrameMkLst>
        </pc:graphicFrameChg>
        <pc:graphicFrameChg chg="add mod modGraphic">
          <ac:chgData name="Celia Gutierrez" userId="df43f2c5498c01a2" providerId="LiveId" clId="{20D42F73-B7FA-46DD-88CE-37CECF92C70F}" dt="2026-03-10T15:33:07.341" v="1443" actId="122"/>
          <ac:graphicFrameMkLst>
            <pc:docMk/>
            <pc:sldMk cId="1166246319" sldId="263"/>
            <ac:graphicFrameMk id="21" creationId="{1BD49620-DDC8-BF39-C11A-BA4F9F63FB30}"/>
          </ac:graphicFrameMkLst>
        </pc:graphicFrameChg>
        <pc:graphicFrameChg chg="add mod modGraphic">
          <ac:chgData name="Celia Gutierrez" userId="df43f2c5498c01a2" providerId="LiveId" clId="{20D42F73-B7FA-46DD-88CE-37CECF92C70F}" dt="2026-03-10T15:34:26.931" v="1466" actId="6549"/>
          <ac:graphicFrameMkLst>
            <pc:docMk/>
            <pc:sldMk cId="1166246319" sldId="263"/>
            <ac:graphicFrameMk id="22" creationId="{D1E51EB7-03D4-0899-38A9-71541094FF2E}"/>
          </ac:graphicFrameMkLst>
        </pc:graphicFrameChg>
        <pc:graphicFrameChg chg="add mod modGraphic">
          <ac:chgData name="Celia Gutierrez" userId="df43f2c5498c01a2" providerId="LiveId" clId="{20D42F73-B7FA-46DD-88CE-37CECF92C70F}" dt="2026-03-10T15:48:49.850" v="1496" actId="14100"/>
          <ac:graphicFrameMkLst>
            <pc:docMk/>
            <pc:sldMk cId="1166246319" sldId="263"/>
            <ac:graphicFrameMk id="23" creationId="{418FF03E-CD92-823E-EC9E-C16736FB21A0}"/>
          </ac:graphicFrameMkLst>
        </pc:graphicFrameChg>
        <pc:picChg chg="add del">
          <ac:chgData name="Celia Gutierrez" userId="df43f2c5498c01a2" providerId="LiveId" clId="{20D42F73-B7FA-46DD-88CE-37CECF92C70F}" dt="2026-03-10T13:50:45.339" v="789" actId="478"/>
          <ac:picMkLst>
            <pc:docMk/>
            <pc:sldMk cId="1166246319" sldId="263"/>
            <ac:picMk id="3" creationId="{A2815C4F-CAE2-557B-9178-B30239B0B0B4}"/>
          </ac:picMkLst>
        </pc:picChg>
      </pc:sldChg>
      <pc:sldChg chg="addSp delSp modSp mod">
        <pc:chgData name="Celia Gutierrez" userId="df43f2c5498c01a2" providerId="LiveId" clId="{20D42F73-B7FA-46DD-88CE-37CECF92C70F}" dt="2026-03-10T21:10:06.911" v="2845"/>
        <pc:sldMkLst>
          <pc:docMk/>
          <pc:sldMk cId="2772734517" sldId="264"/>
        </pc:sldMkLst>
        <pc:spChg chg="add mod">
          <ac:chgData name="Celia Gutierrez" userId="df43f2c5498c01a2" providerId="LiveId" clId="{20D42F73-B7FA-46DD-88CE-37CECF92C70F}" dt="2026-03-10T15:00:47.454" v="984" actId="1076"/>
          <ac:spMkLst>
            <pc:docMk/>
            <pc:sldMk cId="2772734517" sldId="264"/>
            <ac:spMk id="2" creationId="{64080834-BA91-EE9D-A08D-EEEEF4A4922E}"/>
          </ac:spMkLst>
        </pc:spChg>
        <pc:spChg chg="add mod ord">
          <ac:chgData name="Celia Gutierrez" userId="df43f2c5498c01a2" providerId="LiveId" clId="{20D42F73-B7FA-46DD-88CE-37CECF92C70F}" dt="2026-03-10T15:00:41.175" v="982" actId="167"/>
          <ac:spMkLst>
            <pc:docMk/>
            <pc:sldMk cId="2772734517" sldId="264"/>
            <ac:spMk id="3" creationId="{5FFF61F8-09D8-3C30-1A5E-0298EAEC91A6}"/>
          </ac:spMkLst>
        </pc:spChg>
        <pc:spChg chg="del">
          <ac:chgData name="Celia Gutierrez" userId="df43f2c5498c01a2" providerId="LiveId" clId="{20D42F73-B7FA-46DD-88CE-37CECF92C70F}" dt="2026-03-10T15:00:39.217" v="981" actId="478"/>
          <ac:spMkLst>
            <pc:docMk/>
            <pc:sldMk cId="2772734517" sldId="264"/>
            <ac:spMk id="5" creationId="{815C08C9-79DA-10E4-6923-B8C158835F27}"/>
          </ac:spMkLst>
        </pc:spChg>
        <pc:spChg chg="mod">
          <ac:chgData name="Celia Gutierrez" userId="df43f2c5498c01a2" providerId="LiveId" clId="{20D42F73-B7FA-46DD-88CE-37CECF92C70F}" dt="2026-03-10T15:00:44.588" v="983" actId="1076"/>
          <ac:spMkLst>
            <pc:docMk/>
            <pc:sldMk cId="2772734517" sldId="264"/>
            <ac:spMk id="6" creationId="{EC5C5435-313D-36D7-FDE9-076045087B6F}"/>
          </ac:spMkLst>
        </pc:spChg>
        <pc:spChg chg="add mod">
          <ac:chgData name="Celia Gutierrez" userId="df43f2c5498c01a2" providerId="LiveId" clId="{20D42F73-B7FA-46DD-88CE-37CECF92C70F}" dt="2026-03-10T15:52:04.011" v="1550" actId="2711"/>
          <ac:spMkLst>
            <pc:docMk/>
            <pc:sldMk cId="2772734517" sldId="264"/>
            <ac:spMk id="8" creationId="{0C44F4B3-A3C6-D97B-E72C-767D91ABAC27}"/>
          </ac:spMkLst>
        </pc:spChg>
        <pc:spChg chg="add mod">
          <ac:chgData name="Celia Gutierrez" userId="df43f2c5498c01a2" providerId="LiveId" clId="{20D42F73-B7FA-46DD-88CE-37CECF92C70F}" dt="2026-03-10T15:04:11.274" v="1039" actId="20577"/>
          <ac:spMkLst>
            <pc:docMk/>
            <pc:sldMk cId="2772734517" sldId="264"/>
            <ac:spMk id="10" creationId="{29BC2C85-4CA4-3D4D-B984-FC0E326489B1}"/>
          </ac:spMkLst>
        </pc:spChg>
        <pc:spChg chg="add mod">
          <ac:chgData name="Celia Gutierrez" userId="df43f2c5498c01a2" providerId="LiveId" clId="{20D42F73-B7FA-46DD-88CE-37CECF92C70F}" dt="2026-03-10T15:04:23.048" v="1055" actId="20577"/>
          <ac:spMkLst>
            <pc:docMk/>
            <pc:sldMk cId="2772734517" sldId="264"/>
            <ac:spMk id="12" creationId="{E1501CAF-CDB3-CA1F-714F-496D0049D409}"/>
          </ac:spMkLst>
        </pc:spChg>
        <pc:spChg chg="add mod">
          <ac:chgData name="Celia Gutierrez" userId="df43f2c5498c01a2" providerId="LiveId" clId="{20D42F73-B7FA-46DD-88CE-37CECF92C70F}" dt="2026-03-10T15:51:59.189" v="1548" actId="1076"/>
          <ac:spMkLst>
            <pc:docMk/>
            <pc:sldMk cId="2772734517" sldId="264"/>
            <ac:spMk id="13" creationId="{F49B444F-6C88-9995-91ED-A86D13E46C8A}"/>
          </ac:spMkLst>
        </pc:spChg>
        <pc:spChg chg="add mod">
          <ac:chgData name="Celia Gutierrez" userId="df43f2c5498c01a2" providerId="LiveId" clId="{20D42F73-B7FA-46DD-88CE-37CECF92C70F}" dt="2026-03-10T21:10:06.911" v="2845"/>
          <ac:spMkLst>
            <pc:docMk/>
            <pc:sldMk cId="2772734517" sldId="264"/>
            <ac:spMk id="16" creationId="{D7531743-8EE8-F0FD-FAF0-12F75DD203F0}"/>
          </ac:spMkLst>
        </pc:spChg>
        <pc:graphicFrameChg chg="add del mod modGraphic">
          <ac:chgData name="Celia Gutierrez" userId="df43f2c5498c01a2" providerId="LiveId" clId="{20D42F73-B7FA-46DD-88CE-37CECF92C70F}" dt="2026-03-10T15:50:04.098" v="1516" actId="478"/>
          <ac:graphicFrameMkLst>
            <pc:docMk/>
            <pc:sldMk cId="2772734517" sldId="264"/>
            <ac:graphicFrameMk id="4" creationId="{E2D04B2B-1EBC-F126-DF2B-D85F60FFA230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5:50:01.654" v="1515" actId="478"/>
          <ac:graphicFrameMkLst>
            <pc:docMk/>
            <pc:sldMk cId="2772734517" sldId="264"/>
            <ac:graphicFrameMk id="9" creationId="{7985CF85-16A1-B7F9-5802-A113DB91D519}"/>
          </ac:graphicFrameMkLst>
        </pc:graphicFrameChg>
        <pc:graphicFrameChg chg="add del mod">
          <ac:chgData name="Celia Gutierrez" userId="df43f2c5498c01a2" providerId="LiveId" clId="{20D42F73-B7FA-46DD-88CE-37CECF92C70F}" dt="2026-03-10T15:04:04.600" v="1024" actId="478"/>
          <ac:graphicFrameMkLst>
            <pc:docMk/>
            <pc:sldMk cId="2772734517" sldId="264"/>
            <ac:graphicFrameMk id="11" creationId="{4FE1B6B1-13E4-F2BF-D5B2-46EE8C98B103}"/>
          </ac:graphicFrameMkLst>
        </pc:graphicFrameChg>
        <pc:graphicFrameChg chg="add mod modGraphic">
          <ac:chgData name="Celia Gutierrez" userId="df43f2c5498c01a2" providerId="LiveId" clId="{20D42F73-B7FA-46DD-88CE-37CECF92C70F}" dt="2026-03-10T15:50:53.040" v="1530" actId="1076"/>
          <ac:graphicFrameMkLst>
            <pc:docMk/>
            <pc:sldMk cId="2772734517" sldId="264"/>
            <ac:graphicFrameMk id="14" creationId="{BC3D79BD-1955-E618-9608-959EAE934E13}"/>
          </ac:graphicFrameMkLst>
        </pc:graphicFrameChg>
        <pc:graphicFrameChg chg="add mod modGraphic">
          <ac:chgData name="Celia Gutierrez" userId="df43f2c5498c01a2" providerId="LiveId" clId="{20D42F73-B7FA-46DD-88CE-37CECF92C70F}" dt="2026-03-10T15:51:55.731" v="1547" actId="1076"/>
          <ac:graphicFrameMkLst>
            <pc:docMk/>
            <pc:sldMk cId="2772734517" sldId="264"/>
            <ac:graphicFrameMk id="15" creationId="{B11B9FA6-28A2-5C5D-1D4B-530CED6E049A}"/>
          </ac:graphicFrameMkLst>
        </pc:graphicFrameChg>
      </pc:sldChg>
      <pc:sldChg chg="addSp delSp modSp mod">
        <pc:chgData name="Celia Gutierrez" userId="df43f2c5498c01a2" providerId="LiveId" clId="{20D42F73-B7FA-46DD-88CE-37CECF92C70F}" dt="2026-03-10T21:10:09.726" v="2847"/>
        <pc:sldMkLst>
          <pc:docMk/>
          <pc:sldMk cId="4042939946" sldId="265"/>
        </pc:sldMkLst>
        <pc:spChg chg="del">
          <ac:chgData name="Celia Gutierrez" userId="df43f2c5498c01a2" providerId="LiveId" clId="{20D42F73-B7FA-46DD-88CE-37CECF92C70F}" dt="2026-03-10T15:01:02.079" v="989" actId="478"/>
          <ac:spMkLst>
            <pc:docMk/>
            <pc:sldMk cId="4042939946" sldId="265"/>
            <ac:spMk id="2" creationId="{73DAA696-5A02-D8E3-72EC-CF5A17831C9D}"/>
          </ac:spMkLst>
        </pc:spChg>
        <pc:spChg chg="mod">
          <ac:chgData name="Celia Gutierrez" userId="df43f2c5498c01a2" providerId="LiveId" clId="{20D42F73-B7FA-46DD-88CE-37CECF92C70F}" dt="2026-03-10T15:07:47.466" v="1088" actId="20577"/>
          <ac:spMkLst>
            <pc:docMk/>
            <pc:sldMk cId="4042939946" sldId="265"/>
            <ac:spMk id="3" creationId="{17F1F5E8-4A92-39AC-1688-70279FCEC761}"/>
          </ac:spMkLst>
        </pc:spChg>
        <pc:spChg chg="add mod">
          <ac:chgData name="Celia Gutierrez" userId="df43f2c5498c01a2" providerId="LiveId" clId="{20D42F73-B7FA-46DD-88CE-37CECF92C70F}" dt="2026-03-10T15:01:10.804" v="993" actId="1076"/>
          <ac:spMkLst>
            <pc:docMk/>
            <pc:sldMk cId="4042939946" sldId="265"/>
            <ac:spMk id="4" creationId="{C829D5B7-4C39-5D6B-B9D5-09B0E9442F28}"/>
          </ac:spMkLst>
        </pc:spChg>
        <pc:spChg chg="add mod ord">
          <ac:chgData name="Celia Gutierrez" userId="df43f2c5498c01a2" providerId="LiveId" clId="{20D42F73-B7FA-46DD-88CE-37CECF92C70F}" dt="2026-03-10T15:01:04.720" v="991" actId="167"/>
          <ac:spMkLst>
            <pc:docMk/>
            <pc:sldMk cId="4042939946" sldId="265"/>
            <ac:spMk id="5" creationId="{9A4E4210-19BE-7E32-DDCF-C09257886BC5}"/>
          </ac:spMkLst>
        </pc:spChg>
        <pc:spChg chg="add mod">
          <ac:chgData name="Celia Gutierrez" userId="df43f2c5498c01a2" providerId="LiveId" clId="{20D42F73-B7FA-46DD-88CE-37CECF92C70F}" dt="2026-03-10T21:10:09.726" v="2847"/>
          <ac:spMkLst>
            <pc:docMk/>
            <pc:sldMk cId="4042939946" sldId="265"/>
            <ac:spMk id="8" creationId="{C4BD2836-6E46-91F1-F9E5-7D17CF0FC480}"/>
          </ac:spMkLst>
        </pc:spChg>
        <pc:graphicFrameChg chg="add del mod modGraphic">
          <ac:chgData name="Celia Gutierrez" userId="df43f2c5498c01a2" providerId="LiveId" clId="{20D42F73-B7FA-46DD-88CE-37CECF92C70F}" dt="2026-03-10T18:22:17.231" v="2258" actId="478"/>
          <ac:graphicFrameMkLst>
            <pc:docMk/>
            <pc:sldMk cId="4042939946" sldId="265"/>
            <ac:graphicFrameMk id="6" creationId="{EAC5BB59-3713-E996-1775-CF3F1D9EF023}"/>
          </ac:graphicFrameMkLst>
        </pc:graphicFrameChg>
        <pc:graphicFrameChg chg="add mod modGraphic">
          <ac:chgData name="Celia Gutierrez" userId="df43f2c5498c01a2" providerId="LiveId" clId="{20D42F73-B7FA-46DD-88CE-37CECF92C70F}" dt="2026-03-10T21:00:30.300" v="2797" actId="1076"/>
          <ac:graphicFrameMkLst>
            <pc:docMk/>
            <pc:sldMk cId="4042939946" sldId="265"/>
            <ac:graphicFrameMk id="7" creationId="{86B44802-3A8C-7930-2C62-8E4C052366FC}"/>
          </ac:graphicFrameMkLst>
        </pc:graphicFrameChg>
      </pc:sldChg>
      <pc:sldChg chg="addSp delSp modSp mod">
        <pc:chgData name="Celia Gutierrez" userId="df43f2c5498c01a2" providerId="LiveId" clId="{20D42F73-B7FA-46DD-88CE-37CECF92C70F}" dt="2026-03-10T21:10:10.528" v="2848"/>
        <pc:sldMkLst>
          <pc:docMk/>
          <pc:sldMk cId="2994825309" sldId="266"/>
        </pc:sldMkLst>
        <pc:spChg chg="del">
          <ac:chgData name="Celia Gutierrez" userId="df43f2c5498c01a2" providerId="LiveId" clId="{20D42F73-B7FA-46DD-88CE-37CECF92C70F}" dt="2026-03-10T15:01:14.361" v="994" actId="478"/>
          <ac:spMkLst>
            <pc:docMk/>
            <pc:sldMk cId="2994825309" sldId="266"/>
            <ac:spMk id="2" creationId="{EC8F4C8A-E246-7BBD-BF87-359C20960D3B}"/>
          </ac:spMkLst>
        </pc:spChg>
        <pc:spChg chg="mod">
          <ac:chgData name="Celia Gutierrez" userId="df43f2c5498c01a2" providerId="LiveId" clId="{20D42F73-B7FA-46DD-88CE-37CECF92C70F}" dt="2026-03-10T15:01:21.714" v="997" actId="1076"/>
          <ac:spMkLst>
            <pc:docMk/>
            <pc:sldMk cId="2994825309" sldId="266"/>
            <ac:spMk id="3" creationId="{D31BF72A-91B8-0321-68D1-EEA0CDE913AD}"/>
          </ac:spMkLst>
        </pc:spChg>
        <pc:spChg chg="add mod">
          <ac:chgData name="Celia Gutierrez" userId="df43f2c5498c01a2" providerId="LiveId" clId="{20D42F73-B7FA-46DD-88CE-37CECF92C70F}" dt="2026-03-10T15:01:21.714" v="997" actId="1076"/>
          <ac:spMkLst>
            <pc:docMk/>
            <pc:sldMk cId="2994825309" sldId="266"/>
            <ac:spMk id="4" creationId="{B4E2437D-4154-51BA-A774-3F5C42F42E43}"/>
          </ac:spMkLst>
        </pc:spChg>
        <pc:spChg chg="add mod ord">
          <ac:chgData name="Celia Gutierrez" userId="df43f2c5498c01a2" providerId="LiveId" clId="{20D42F73-B7FA-46DD-88CE-37CECF92C70F}" dt="2026-03-10T15:01:17.021" v="996" actId="167"/>
          <ac:spMkLst>
            <pc:docMk/>
            <pc:sldMk cId="2994825309" sldId="266"/>
            <ac:spMk id="5" creationId="{D9E9114F-8D21-0B8F-5899-214642DEE669}"/>
          </ac:spMkLst>
        </pc:spChg>
        <pc:spChg chg="add mod">
          <ac:chgData name="Celia Gutierrez" userId="df43f2c5498c01a2" providerId="LiveId" clId="{20D42F73-B7FA-46DD-88CE-37CECF92C70F}" dt="2026-03-10T21:10:10.528" v="2848"/>
          <ac:spMkLst>
            <pc:docMk/>
            <pc:sldMk cId="2994825309" sldId="266"/>
            <ac:spMk id="8" creationId="{356DD016-422B-EED8-0ECC-6E6F94D2ADBC}"/>
          </ac:spMkLst>
        </pc:spChg>
        <pc:graphicFrameChg chg="add mod modGraphic">
          <ac:chgData name="Celia Gutierrez" userId="df43f2c5498c01a2" providerId="LiveId" clId="{20D42F73-B7FA-46DD-88CE-37CECF92C70F}" dt="2026-03-10T20:57:51.442" v="2780" actId="113"/>
          <ac:graphicFrameMkLst>
            <pc:docMk/>
            <pc:sldMk cId="2994825309" sldId="266"/>
            <ac:graphicFrameMk id="7" creationId="{6DB0F578-5254-CF74-3B08-0339D2BE1260}"/>
          </ac:graphicFrameMkLst>
        </pc:graphicFrameChg>
        <pc:picChg chg="add del mod">
          <ac:chgData name="Celia Gutierrez" userId="df43f2c5498c01a2" providerId="LiveId" clId="{20D42F73-B7FA-46DD-88CE-37CECF92C70F}" dt="2026-03-10T18:36:11.887" v="2334" actId="478"/>
          <ac:picMkLst>
            <pc:docMk/>
            <pc:sldMk cId="2994825309" sldId="266"/>
            <ac:picMk id="6" creationId="{E382DACA-D6C6-5C26-A376-D9B3FC99767D}"/>
          </ac:picMkLst>
        </pc:picChg>
      </pc:sldChg>
      <pc:sldChg chg="addSp delSp modSp add mod">
        <pc:chgData name="Celia Gutierrez" userId="df43f2c5498c01a2" providerId="LiveId" clId="{20D42F73-B7FA-46DD-88CE-37CECF92C70F}" dt="2026-03-10T21:10:11.803" v="2849"/>
        <pc:sldMkLst>
          <pc:docMk/>
          <pc:sldMk cId="3533320065" sldId="267"/>
        </pc:sldMkLst>
        <pc:spChg chg="add mod">
          <ac:chgData name="Celia Gutierrez" userId="df43f2c5498c01a2" providerId="LiveId" clId="{20D42F73-B7FA-46DD-88CE-37CECF92C70F}" dt="2026-03-10T18:55:19.894" v="2502" actId="20577"/>
          <ac:spMkLst>
            <pc:docMk/>
            <pc:sldMk cId="3533320065" sldId="267"/>
            <ac:spMk id="3" creationId="{12A4614F-6902-A585-B018-0BE139D5C2C2}"/>
          </ac:spMkLst>
        </pc:spChg>
        <pc:spChg chg="add mod ord">
          <ac:chgData name="Celia Gutierrez" userId="df43f2c5498c01a2" providerId="LiveId" clId="{20D42F73-B7FA-46DD-88CE-37CECF92C70F}" dt="2026-03-10T15:01:29.030" v="1000" actId="167"/>
          <ac:spMkLst>
            <pc:docMk/>
            <pc:sldMk cId="3533320065" sldId="267"/>
            <ac:spMk id="4" creationId="{6EABB01A-E193-C779-052B-D7517800D87B}"/>
          </ac:spMkLst>
        </pc:spChg>
        <pc:spChg chg="del">
          <ac:chgData name="Celia Gutierrez" userId="df43f2c5498c01a2" providerId="LiveId" clId="{20D42F73-B7FA-46DD-88CE-37CECF92C70F}" dt="2026-03-10T15:01:26.439" v="998" actId="478"/>
          <ac:spMkLst>
            <pc:docMk/>
            <pc:sldMk cId="3533320065" sldId="267"/>
            <ac:spMk id="5" creationId="{BC5EF493-835E-A7B3-A221-AFAFE91BEA46}"/>
          </ac:spMkLst>
        </pc:spChg>
        <pc:spChg chg="mod">
          <ac:chgData name="Celia Gutierrez" userId="df43f2c5498c01a2" providerId="LiveId" clId="{20D42F73-B7FA-46DD-88CE-37CECF92C70F}" dt="2026-03-10T15:01:37.801" v="1001" actId="1076"/>
          <ac:spMkLst>
            <pc:docMk/>
            <pc:sldMk cId="3533320065" sldId="267"/>
            <ac:spMk id="6" creationId="{3FBA26D1-C922-0B6D-9B9F-B46D74D27FA7}"/>
          </ac:spMkLst>
        </pc:spChg>
        <pc:spChg chg="mod">
          <ac:chgData name="Celia Gutierrez" userId="df43f2c5498c01a2" providerId="LiveId" clId="{20D42F73-B7FA-46DD-88CE-37CECF92C70F}" dt="2026-03-10T15:01:37.801" v="1001" actId="1076"/>
          <ac:spMkLst>
            <pc:docMk/>
            <pc:sldMk cId="3533320065" sldId="267"/>
            <ac:spMk id="7" creationId="{36D34024-0F73-1690-6A47-1949D35639CE}"/>
          </ac:spMkLst>
        </pc:spChg>
        <pc:spChg chg="add mod">
          <ac:chgData name="Celia Gutierrez" userId="df43f2c5498c01a2" providerId="LiveId" clId="{20D42F73-B7FA-46DD-88CE-37CECF92C70F}" dt="2026-03-10T21:10:11.803" v="2849"/>
          <ac:spMkLst>
            <pc:docMk/>
            <pc:sldMk cId="3533320065" sldId="267"/>
            <ac:spMk id="8" creationId="{0D604694-AAC1-99E1-4EDD-65D9ED2CE1F7}"/>
          </ac:spMkLst>
        </pc:spChg>
      </pc:sldChg>
      <pc:sldChg chg="addSp delSp modSp add mod">
        <pc:chgData name="Celia Gutierrez" userId="df43f2c5498c01a2" providerId="LiveId" clId="{20D42F73-B7FA-46DD-88CE-37CECF92C70F}" dt="2026-03-10T21:10:13.031" v="2850"/>
        <pc:sldMkLst>
          <pc:docMk/>
          <pc:sldMk cId="2733413183" sldId="268"/>
        </pc:sldMkLst>
        <pc:spChg chg="del">
          <ac:chgData name="Celia Gutierrez" userId="df43f2c5498c01a2" providerId="LiveId" clId="{20D42F73-B7FA-46DD-88CE-37CECF92C70F}" dt="2026-03-10T12:29:22.594" v="101" actId="478"/>
          <ac:spMkLst>
            <pc:docMk/>
            <pc:sldMk cId="2733413183" sldId="268"/>
            <ac:spMk id="2" creationId="{31B1CF17-FA23-AE27-09B3-AB2EDDC7F20E}"/>
          </ac:spMkLst>
        </pc:spChg>
        <pc:spChg chg="add mod">
          <ac:chgData name="Celia Gutierrez" userId="df43f2c5498c01a2" providerId="LiveId" clId="{20D42F73-B7FA-46DD-88CE-37CECF92C70F}" dt="2026-03-10T15:01:47.640" v="1005" actId="1076"/>
          <ac:spMkLst>
            <pc:docMk/>
            <pc:sldMk cId="2733413183" sldId="268"/>
            <ac:spMk id="3" creationId="{8DC57726-3D66-B070-DA7B-4E923AC5A179}"/>
          </ac:spMkLst>
        </pc:spChg>
        <pc:spChg chg="add mod ord">
          <ac:chgData name="Celia Gutierrez" userId="df43f2c5498c01a2" providerId="LiveId" clId="{20D42F73-B7FA-46DD-88CE-37CECF92C70F}" dt="2026-03-10T15:01:42.973" v="1004" actId="167"/>
          <ac:spMkLst>
            <pc:docMk/>
            <pc:sldMk cId="2733413183" sldId="268"/>
            <ac:spMk id="4" creationId="{02FB62B4-54A4-AA49-9B88-628023607B1E}"/>
          </ac:spMkLst>
        </pc:spChg>
        <pc:spChg chg="del">
          <ac:chgData name="Celia Gutierrez" userId="df43f2c5498c01a2" providerId="LiveId" clId="{20D42F73-B7FA-46DD-88CE-37CECF92C70F}" dt="2026-03-10T15:01:40.457" v="1002" actId="478"/>
          <ac:spMkLst>
            <pc:docMk/>
            <pc:sldMk cId="2733413183" sldId="268"/>
            <ac:spMk id="5" creationId="{7CAA4B62-F7A0-177A-6E17-70F6308DF9E0}"/>
          </ac:spMkLst>
        </pc:spChg>
        <pc:spChg chg="mod">
          <ac:chgData name="Celia Gutierrez" userId="df43f2c5498c01a2" providerId="LiveId" clId="{20D42F73-B7FA-46DD-88CE-37CECF92C70F}" dt="2026-03-10T15:01:47.640" v="1005" actId="1076"/>
          <ac:spMkLst>
            <pc:docMk/>
            <pc:sldMk cId="2733413183" sldId="268"/>
            <ac:spMk id="6" creationId="{8B8CFD2E-36C1-5E5B-F841-0020D8E029A6}"/>
          </ac:spMkLst>
        </pc:spChg>
        <pc:spChg chg="add mod">
          <ac:chgData name="Celia Gutierrez" userId="df43f2c5498c01a2" providerId="LiveId" clId="{20D42F73-B7FA-46DD-88CE-37CECF92C70F}" dt="2026-03-10T16:04:21.457" v="1691" actId="2711"/>
          <ac:spMkLst>
            <pc:docMk/>
            <pc:sldMk cId="2733413183" sldId="268"/>
            <ac:spMk id="13" creationId="{3479B777-4702-9E92-ACCB-96A579E0F9A9}"/>
          </ac:spMkLst>
        </pc:spChg>
        <pc:spChg chg="add mod">
          <ac:chgData name="Celia Gutierrez" userId="df43f2c5498c01a2" providerId="LiveId" clId="{20D42F73-B7FA-46DD-88CE-37CECF92C70F}" dt="2026-03-10T18:56:45.724" v="2506" actId="1076"/>
          <ac:spMkLst>
            <pc:docMk/>
            <pc:sldMk cId="2733413183" sldId="268"/>
            <ac:spMk id="19" creationId="{61750287-7F7A-2295-E991-ED1BE007A9A6}"/>
          </ac:spMkLst>
        </pc:spChg>
        <pc:spChg chg="add mod">
          <ac:chgData name="Celia Gutierrez" userId="df43f2c5498c01a2" providerId="LiveId" clId="{20D42F73-B7FA-46DD-88CE-37CECF92C70F}" dt="2026-03-10T18:56:43.027" v="2505" actId="1076"/>
          <ac:spMkLst>
            <pc:docMk/>
            <pc:sldMk cId="2733413183" sldId="268"/>
            <ac:spMk id="20" creationId="{07F38BA4-838C-2A70-A6E8-AC74C96A6B16}"/>
          </ac:spMkLst>
        </pc:spChg>
        <pc:spChg chg="add mod">
          <ac:chgData name="Celia Gutierrez" userId="df43f2c5498c01a2" providerId="LiveId" clId="{20D42F73-B7FA-46DD-88CE-37CECF92C70F}" dt="2026-03-10T18:56:35.743" v="2503" actId="1076"/>
          <ac:spMkLst>
            <pc:docMk/>
            <pc:sldMk cId="2733413183" sldId="268"/>
            <ac:spMk id="21" creationId="{69CB757A-6192-B2FC-013F-94A7BA3100AC}"/>
          </ac:spMkLst>
        </pc:spChg>
        <pc:spChg chg="add mod">
          <ac:chgData name="Celia Gutierrez" userId="df43f2c5498c01a2" providerId="LiveId" clId="{20D42F73-B7FA-46DD-88CE-37CECF92C70F}" dt="2026-03-10T18:56:39.862" v="2504" actId="1076"/>
          <ac:spMkLst>
            <pc:docMk/>
            <pc:sldMk cId="2733413183" sldId="268"/>
            <ac:spMk id="22" creationId="{4DA29024-1549-F088-181C-A037CC5F1074}"/>
          </ac:spMkLst>
        </pc:spChg>
        <pc:spChg chg="add mod">
          <ac:chgData name="Celia Gutierrez" userId="df43f2c5498c01a2" providerId="LiveId" clId="{20D42F73-B7FA-46DD-88CE-37CECF92C70F}" dt="2026-03-10T16:12:06.635" v="1754" actId="1076"/>
          <ac:spMkLst>
            <pc:docMk/>
            <pc:sldMk cId="2733413183" sldId="268"/>
            <ac:spMk id="23" creationId="{3C6BAD1F-A07E-3AEB-DC01-22466D1F3C82}"/>
          </ac:spMkLst>
        </pc:spChg>
        <pc:spChg chg="add mod">
          <ac:chgData name="Celia Gutierrez" userId="df43f2c5498c01a2" providerId="LiveId" clId="{20D42F73-B7FA-46DD-88CE-37CECF92C70F}" dt="2026-03-10T21:10:13.031" v="2850"/>
          <ac:spMkLst>
            <pc:docMk/>
            <pc:sldMk cId="2733413183" sldId="268"/>
            <ac:spMk id="24" creationId="{BE21D2F6-78CB-A67D-63A7-0589242B695C}"/>
          </ac:spMkLst>
        </pc:spChg>
        <pc:graphicFrameChg chg="add del mod">
          <ac:chgData name="Celia Gutierrez" userId="df43f2c5498c01a2" providerId="LiveId" clId="{20D42F73-B7FA-46DD-88CE-37CECF92C70F}" dt="2026-03-10T15:59:19.812" v="1624" actId="478"/>
          <ac:graphicFrameMkLst>
            <pc:docMk/>
            <pc:sldMk cId="2733413183" sldId="268"/>
            <ac:graphicFrameMk id="7" creationId="{0F4024F0-4F6E-FA0D-04D9-2A5BCD7438D1}"/>
          </ac:graphicFrameMkLst>
        </pc:graphicFrameChg>
        <pc:graphicFrameChg chg="add del mod">
          <ac:chgData name="Celia Gutierrez" userId="df43f2c5498c01a2" providerId="LiveId" clId="{20D42F73-B7FA-46DD-88CE-37CECF92C70F}" dt="2026-03-10T15:59:19.812" v="1624" actId="478"/>
          <ac:graphicFrameMkLst>
            <pc:docMk/>
            <pc:sldMk cId="2733413183" sldId="268"/>
            <ac:graphicFrameMk id="8" creationId="{EB335227-AB74-0FE6-6B3C-43D7C902AC02}"/>
          </ac:graphicFrameMkLst>
        </pc:graphicFrameChg>
        <pc:graphicFrameChg chg="add del mod">
          <ac:chgData name="Celia Gutierrez" userId="df43f2c5498c01a2" providerId="LiveId" clId="{20D42F73-B7FA-46DD-88CE-37CECF92C70F}" dt="2026-03-10T15:59:19.812" v="1624" actId="478"/>
          <ac:graphicFrameMkLst>
            <pc:docMk/>
            <pc:sldMk cId="2733413183" sldId="268"/>
            <ac:graphicFrameMk id="9" creationId="{E5532C6D-AC74-4602-C798-2E969834698D}"/>
          </ac:graphicFrameMkLst>
        </pc:graphicFrameChg>
        <pc:graphicFrameChg chg="add del mod">
          <ac:chgData name="Celia Gutierrez" userId="df43f2c5498c01a2" providerId="LiveId" clId="{20D42F73-B7FA-46DD-88CE-37CECF92C70F}" dt="2026-03-10T15:59:19.812" v="1624" actId="478"/>
          <ac:graphicFrameMkLst>
            <pc:docMk/>
            <pc:sldMk cId="2733413183" sldId="268"/>
            <ac:graphicFrameMk id="10" creationId="{00FB000D-690B-56D6-AFB8-7B8693F71A21}"/>
          </ac:graphicFrameMkLst>
        </pc:graphicFrameChg>
        <pc:graphicFrameChg chg="add del mod">
          <ac:chgData name="Celia Gutierrez" userId="df43f2c5498c01a2" providerId="LiveId" clId="{20D42F73-B7FA-46DD-88CE-37CECF92C70F}" dt="2026-03-10T15:59:19.812" v="1624" actId="478"/>
          <ac:graphicFrameMkLst>
            <pc:docMk/>
            <pc:sldMk cId="2733413183" sldId="268"/>
            <ac:graphicFrameMk id="11" creationId="{6D070163-CFDA-12DF-6DA0-81E11EBC76FC}"/>
          </ac:graphicFrameMkLst>
        </pc:graphicFrameChg>
        <pc:graphicFrameChg chg="add mod modGraphic">
          <ac:chgData name="Celia Gutierrez" userId="df43f2c5498c01a2" providerId="LiveId" clId="{20D42F73-B7FA-46DD-88CE-37CECF92C70F}" dt="2026-03-10T16:04:46.986" v="1699" actId="1037"/>
          <ac:graphicFrameMkLst>
            <pc:docMk/>
            <pc:sldMk cId="2733413183" sldId="268"/>
            <ac:graphicFrameMk id="14" creationId="{0949EBD5-1C42-7549-A846-E31CBAD91D57}"/>
          </ac:graphicFrameMkLst>
        </pc:graphicFrameChg>
        <pc:graphicFrameChg chg="add mod modGraphic">
          <ac:chgData name="Celia Gutierrez" userId="df43f2c5498c01a2" providerId="LiveId" clId="{20D42F73-B7FA-46DD-88CE-37CECF92C70F}" dt="2026-03-10T16:04:46.986" v="1699" actId="1037"/>
          <ac:graphicFrameMkLst>
            <pc:docMk/>
            <pc:sldMk cId="2733413183" sldId="268"/>
            <ac:graphicFrameMk id="15" creationId="{83C28B50-370C-BC9D-A5E4-6BA669C8858A}"/>
          </ac:graphicFrameMkLst>
        </pc:graphicFrameChg>
        <pc:graphicFrameChg chg="add mod modGraphic">
          <ac:chgData name="Celia Gutierrez" userId="df43f2c5498c01a2" providerId="LiveId" clId="{20D42F73-B7FA-46DD-88CE-37CECF92C70F}" dt="2026-03-10T16:04:53.348" v="1700" actId="1076"/>
          <ac:graphicFrameMkLst>
            <pc:docMk/>
            <pc:sldMk cId="2733413183" sldId="268"/>
            <ac:graphicFrameMk id="16" creationId="{ADBD96BF-7765-FE9A-FB8C-BFD9C5BEAC52}"/>
          </ac:graphicFrameMkLst>
        </pc:graphicFrameChg>
        <pc:graphicFrameChg chg="add mod modGraphic">
          <ac:chgData name="Celia Gutierrez" userId="df43f2c5498c01a2" providerId="LiveId" clId="{20D42F73-B7FA-46DD-88CE-37CECF92C70F}" dt="2026-03-10T16:04:43.901" v="1694" actId="1076"/>
          <ac:graphicFrameMkLst>
            <pc:docMk/>
            <pc:sldMk cId="2733413183" sldId="268"/>
            <ac:graphicFrameMk id="17" creationId="{DF457851-25D7-B351-1BA9-AEF7869A6D13}"/>
          </ac:graphicFrameMkLst>
        </pc:graphicFrameChg>
        <pc:graphicFrameChg chg="add mod modGraphic">
          <ac:chgData name="Celia Gutierrez" userId="df43f2c5498c01a2" providerId="LiveId" clId="{20D42F73-B7FA-46DD-88CE-37CECF92C70F}" dt="2026-03-10T16:04:38.238" v="1693" actId="1076"/>
          <ac:graphicFrameMkLst>
            <pc:docMk/>
            <pc:sldMk cId="2733413183" sldId="268"/>
            <ac:graphicFrameMk id="18" creationId="{80B05B64-B49D-5698-C6F4-AEBD2B3A26EF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13.820" v="2851"/>
        <pc:sldMkLst>
          <pc:docMk/>
          <pc:sldMk cId="3102245228" sldId="269"/>
        </pc:sldMkLst>
        <pc:spChg chg="del">
          <ac:chgData name="Celia Gutierrez" userId="df43f2c5498c01a2" providerId="LiveId" clId="{20D42F73-B7FA-46DD-88CE-37CECF92C70F}" dt="2026-03-10T12:29:24.655" v="103" actId="478"/>
          <ac:spMkLst>
            <pc:docMk/>
            <pc:sldMk cId="3102245228" sldId="269"/>
            <ac:spMk id="2" creationId="{B85ECB2F-06DF-340C-CA9C-21C6CAF9764E}"/>
          </ac:spMkLst>
        </pc:spChg>
        <pc:spChg chg="add mod">
          <ac:chgData name="Celia Gutierrez" userId="df43f2c5498c01a2" providerId="LiveId" clId="{20D42F73-B7FA-46DD-88CE-37CECF92C70F}" dt="2026-03-10T15:01:56.970" v="1009" actId="1076"/>
          <ac:spMkLst>
            <pc:docMk/>
            <pc:sldMk cId="3102245228" sldId="269"/>
            <ac:spMk id="3" creationId="{A3525E9C-66A0-81B9-DB1A-B0A73229414B}"/>
          </ac:spMkLst>
        </pc:spChg>
        <pc:spChg chg="add mod ord">
          <ac:chgData name="Celia Gutierrez" userId="df43f2c5498c01a2" providerId="LiveId" clId="{20D42F73-B7FA-46DD-88CE-37CECF92C70F}" dt="2026-03-10T15:01:52.282" v="1008" actId="167"/>
          <ac:spMkLst>
            <pc:docMk/>
            <pc:sldMk cId="3102245228" sldId="269"/>
            <ac:spMk id="4" creationId="{7E1AC8B5-7673-0DED-61DB-BECCA192A662}"/>
          </ac:spMkLst>
        </pc:spChg>
        <pc:spChg chg="del">
          <ac:chgData name="Celia Gutierrez" userId="df43f2c5498c01a2" providerId="LiveId" clId="{20D42F73-B7FA-46DD-88CE-37CECF92C70F}" dt="2026-03-10T15:01:49.947" v="1006" actId="478"/>
          <ac:spMkLst>
            <pc:docMk/>
            <pc:sldMk cId="3102245228" sldId="269"/>
            <ac:spMk id="5" creationId="{CEE93235-8781-2C5B-B622-7EE6BCF6D699}"/>
          </ac:spMkLst>
        </pc:spChg>
        <pc:spChg chg="mod">
          <ac:chgData name="Celia Gutierrez" userId="df43f2c5498c01a2" providerId="LiveId" clId="{20D42F73-B7FA-46DD-88CE-37CECF92C70F}" dt="2026-03-10T15:01:56.970" v="1009" actId="1076"/>
          <ac:spMkLst>
            <pc:docMk/>
            <pc:sldMk cId="3102245228" sldId="269"/>
            <ac:spMk id="6" creationId="{F68466C8-50C0-85D2-571C-A1897D3FABC9}"/>
          </ac:spMkLst>
        </pc:spChg>
        <pc:spChg chg="add mod">
          <ac:chgData name="Celia Gutierrez" userId="df43f2c5498c01a2" providerId="LiveId" clId="{20D42F73-B7FA-46DD-88CE-37CECF92C70F}" dt="2026-03-10T18:57:07.248" v="2507" actId="2711"/>
          <ac:spMkLst>
            <pc:docMk/>
            <pc:sldMk cId="3102245228" sldId="269"/>
            <ac:spMk id="9" creationId="{7B59AC4B-15EE-2234-61CC-C084001F3EAE}"/>
          </ac:spMkLst>
        </pc:spChg>
        <pc:spChg chg="add mod">
          <ac:chgData name="Celia Gutierrez" userId="df43f2c5498c01a2" providerId="LiveId" clId="{20D42F73-B7FA-46DD-88CE-37CECF92C70F}" dt="2026-03-10T16:12:28.943" v="1757"/>
          <ac:spMkLst>
            <pc:docMk/>
            <pc:sldMk cId="3102245228" sldId="269"/>
            <ac:spMk id="11" creationId="{2A2AEA28-B1F2-2E41-6D42-D602C66AC834}"/>
          </ac:spMkLst>
        </pc:spChg>
        <pc:spChg chg="add mod">
          <ac:chgData name="Celia Gutierrez" userId="df43f2c5498c01a2" providerId="LiveId" clId="{20D42F73-B7FA-46DD-88CE-37CECF92C70F}" dt="2026-03-10T16:12:28.943" v="1757"/>
          <ac:spMkLst>
            <pc:docMk/>
            <pc:sldMk cId="3102245228" sldId="269"/>
            <ac:spMk id="12" creationId="{0517BD33-058C-4784-389C-D5BE0D46684C}"/>
          </ac:spMkLst>
        </pc:spChg>
        <pc:spChg chg="add mod">
          <ac:chgData name="Celia Gutierrez" userId="df43f2c5498c01a2" providerId="LiveId" clId="{20D42F73-B7FA-46DD-88CE-37CECF92C70F}" dt="2026-03-10T16:12:28.943" v="1757"/>
          <ac:spMkLst>
            <pc:docMk/>
            <pc:sldMk cId="3102245228" sldId="269"/>
            <ac:spMk id="13" creationId="{3EAED4DB-3E41-371A-BDA2-59FB4B450C8D}"/>
          </ac:spMkLst>
        </pc:spChg>
        <pc:spChg chg="add mod">
          <ac:chgData name="Celia Gutierrez" userId="df43f2c5498c01a2" providerId="LiveId" clId="{20D42F73-B7FA-46DD-88CE-37CECF92C70F}" dt="2026-03-10T21:10:13.820" v="2851"/>
          <ac:spMkLst>
            <pc:docMk/>
            <pc:sldMk cId="3102245228" sldId="269"/>
            <ac:spMk id="16" creationId="{1345FC25-D50F-FB73-9B57-6F00BA223D41}"/>
          </ac:spMkLst>
        </pc:spChg>
        <pc:graphicFrameChg chg="add del mod modGraphic">
          <ac:chgData name="Celia Gutierrez" userId="df43f2c5498c01a2" providerId="LiveId" clId="{20D42F73-B7FA-46DD-88CE-37CECF92C70F}" dt="2026-03-10T16:13:09.691" v="1759" actId="478"/>
          <ac:graphicFrameMkLst>
            <pc:docMk/>
            <pc:sldMk cId="3102245228" sldId="269"/>
            <ac:graphicFrameMk id="7" creationId="{5ABC461C-7E72-4109-F642-5A053E5C3377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6:13:48.644" v="1775" actId="478"/>
          <ac:graphicFrameMkLst>
            <pc:docMk/>
            <pc:sldMk cId="3102245228" sldId="269"/>
            <ac:graphicFrameMk id="10" creationId="{E9425234-4E8F-1376-CB39-E90936A09315}"/>
          </ac:graphicFrameMkLst>
        </pc:graphicFrameChg>
        <pc:graphicFrameChg chg="add mod modGraphic">
          <ac:chgData name="Celia Gutierrez" userId="df43f2c5498c01a2" providerId="LiveId" clId="{20D42F73-B7FA-46DD-88CE-37CECF92C70F}" dt="2026-03-10T16:13:45.598" v="1774"/>
          <ac:graphicFrameMkLst>
            <pc:docMk/>
            <pc:sldMk cId="3102245228" sldId="269"/>
            <ac:graphicFrameMk id="14" creationId="{0EA3C2E3-E9FE-E8C5-F252-3869A3A45765}"/>
          </ac:graphicFrameMkLst>
        </pc:graphicFrameChg>
        <pc:graphicFrameChg chg="add mod modGraphic">
          <ac:chgData name="Celia Gutierrez" userId="df43f2c5498c01a2" providerId="LiveId" clId="{20D42F73-B7FA-46DD-88CE-37CECF92C70F}" dt="2026-03-10T16:14:50.159" v="1788" actId="14734"/>
          <ac:graphicFrameMkLst>
            <pc:docMk/>
            <pc:sldMk cId="3102245228" sldId="269"/>
            <ac:graphicFrameMk id="15" creationId="{AFF6FD7C-28FE-7E26-D67E-A1800BE6FDDB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14.578" v="2852"/>
        <pc:sldMkLst>
          <pc:docMk/>
          <pc:sldMk cId="2408560828" sldId="270"/>
        </pc:sldMkLst>
        <pc:spChg chg="del mod">
          <ac:chgData name="Celia Gutierrez" userId="df43f2c5498c01a2" providerId="LiveId" clId="{20D42F73-B7FA-46DD-88CE-37CECF92C70F}" dt="2026-03-10T15:02:02.801" v="1011" actId="478"/>
          <ac:spMkLst>
            <pc:docMk/>
            <pc:sldMk cId="2408560828" sldId="270"/>
            <ac:spMk id="2" creationId="{B5A6BD9A-E805-E562-96A7-0E9BD4A5D9B7}"/>
          </ac:spMkLst>
        </pc:spChg>
        <pc:spChg chg="mod">
          <ac:chgData name="Celia Gutierrez" userId="df43f2c5498c01a2" providerId="LiveId" clId="{20D42F73-B7FA-46DD-88CE-37CECF92C70F}" dt="2026-03-10T15:02:13.606" v="1014" actId="1076"/>
          <ac:spMkLst>
            <pc:docMk/>
            <pc:sldMk cId="2408560828" sldId="270"/>
            <ac:spMk id="3" creationId="{41691D6C-8BAB-1756-E622-5E6729688150}"/>
          </ac:spMkLst>
        </pc:spChg>
        <pc:spChg chg="del">
          <ac:chgData name="Celia Gutierrez" userId="df43f2c5498c01a2" providerId="LiveId" clId="{20D42F73-B7FA-46DD-88CE-37CECF92C70F}" dt="2026-03-10T12:29:28.062" v="105" actId="478"/>
          <ac:spMkLst>
            <pc:docMk/>
            <pc:sldMk cId="2408560828" sldId="270"/>
            <ac:spMk id="4" creationId="{3848BF32-5DCB-381B-5677-EBBD3B769E5B}"/>
          </ac:spMkLst>
        </pc:spChg>
        <pc:spChg chg="add mod">
          <ac:chgData name="Celia Gutierrez" userId="df43f2c5498c01a2" providerId="LiveId" clId="{20D42F73-B7FA-46DD-88CE-37CECF92C70F}" dt="2026-03-10T15:02:13.606" v="1014" actId="1076"/>
          <ac:spMkLst>
            <pc:docMk/>
            <pc:sldMk cId="2408560828" sldId="270"/>
            <ac:spMk id="5" creationId="{99C5616D-87B0-F92D-DC9C-1FF71FA6F1CF}"/>
          </ac:spMkLst>
        </pc:spChg>
        <pc:spChg chg="add mod ord">
          <ac:chgData name="Celia Gutierrez" userId="df43f2c5498c01a2" providerId="LiveId" clId="{20D42F73-B7FA-46DD-88CE-37CECF92C70F}" dt="2026-03-10T15:02:08.302" v="1013" actId="167"/>
          <ac:spMkLst>
            <pc:docMk/>
            <pc:sldMk cId="2408560828" sldId="270"/>
            <ac:spMk id="6" creationId="{586BDE3A-1AEC-5ADF-88BC-C4AF7C1CE342}"/>
          </ac:spMkLst>
        </pc:spChg>
        <pc:spChg chg="add mod">
          <ac:chgData name="Celia Gutierrez" userId="df43f2c5498c01a2" providerId="LiveId" clId="{20D42F73-B7FA-46DD-88CE-37CECF92C70F}" dt="2026-03-10T21:10:14.578" v="2852"/>
          <ac:spMkLst>
            <pc:docMk/>
            <pc:sldMk cId="2408560828" sldId="270"/>
            <ac:spMk id="12" creationId="{B7C36D6A-08CC-5F2E-D4E9-286E576406BC}"/>
          </ac:spMkLst>
        </pc:spChg>
        <pc:graphicFrameChg chg="add del mod">
          <ac:chgData name="Celia Gutierrez" userId="df43f2c5498c01a2" providerId="LiveId" clId="{20D42F73-B7FA-46DD-88CE-37CECF92C70F}" dt="2026-03-10T16:15:12.494" v="1790" actId="478"/>
          <ac:graphicFrameMkLst>
            <pc:docMk/>
            <pc:sldMk cId="2408560828" sldId="270"/>
            <ac:graphicFrameMk id="7" creationId="{8FDE6CE8-E9E3-1E58-5844-0E5C08E72B77}"/>
          </ac:graphicFrameMkLst>
        </pc:graphicFrameChg>
        <pc:graphicFrameChg chg="add del mod">
          <ac:chgData name="Celia Gutierrez" userId="df43f2c5498c01a2" providerId="LiveId" clId="{20D42F73-B7FA-46DD-88CE-37CECF92C70F}" dt="2026-03-10T16:15:12.494" v="1790" actId="478"/>
          <ac:graphicFrameMkLst>
            <pc:docMk/>
            <pc:sldMk cId="2408560828" sldId="270"/>
            <ac:graphicFrameMk id="8" creationId="{33DAFA54-3614-586D-C148-89B6D7AA1D1E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9:41:32.077" v="2708" actId="478"/>
          <ac:graphicFrameMkLst>
            <pc:docMk/>
            <pc:sldMk cId="2408560828" sldId="270"/>
            <ac:graphicFrameMk id="9" creationId="{7E7D1A22-751A-FE64-C760-8AAEF3E6C0B5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9:43:57.223" v="2712" actId="478"/>
          <ac:graphicFrameMkLst>
            <pc:docMk/>
            <pc:sldMk cId="2408560828" sldId="270"/>
            <ac:graphicFrameMk id="10" creationId="{CAA18E6F-64D8-33FF-9096-22BD6451B18C}"/>
          </ac:graphicFrameMkLst>
        </pc:graphicFrameChg>
        <pc:graphicFrameChg chg="add mod modGraphic">
          <ac:chgData name="Celia Gutierrez" userId="df43f2c5498c01a2" providerId="LiveId" clId="{20D42F73-B7FA-46DD-88CE-37CECF92C70F}" dt="2026-03-10T19:45:25.173" v="2722"/>
          <ac:graphicFrameMkLst>
            <pc:docMk/>
            <pc:sldMk cId="2408560828" sldId="270"/>
            <ac:graphicFrameMk id="11" creationId="{A7310AC2-65E4-EE90-A344-055B10529A3D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15.413" v="2853"/>
        <pc:sldMkLst>
          <pc:docMk/>
          <pc:sldMk cId="99063039" sldId="271"/>
        </pc:sldMkLst>
        <pc:spChg chg="del">
          <ac:chgData name="Celia Gutierrez" userId="df43f2c5498c01a2" providerId="LiveId" clId="{20D42F73-B7FA-46DD-88CE-37CECF92C70F}" dt="2026-03-10T15:12:33.954" v="1139" actId="478"/>
          <ac:spMkLst>
            <pc:docMk/>
            <pc:sldMk cId="99063039" sldId="271"/>
            <ac:spMk id="2" creationId="{0A98DB40-0E71-E2B7-2839-AEDFF886E9DF}"/>
          </ac:spMkLst>
        </pc:spChg>
        <pc:spChg chg="mod">
          <ac:chgData name="Celia Gutierrez" userId="df43f2c5498c01a2" providerId="LiveId" clId="{20D42F73-B7FA-46DD-88CE-37CECF92C70F}" dt="2026-03-10T15:12:43.264" v="1148" actId="1038"/>
          <ac:spMkLst>
            <pc:docMk/>
            <pc:sldMk cId="99063039" sldId="271"/>
            <ac:spMk id="3" creationId="{42590946-3371-A4AD-17E0-7A47CB37923B}"/>
          </ac:spMkLst>
        </pc:spChg>
        <pc:spChg chg="del">
          <ac:chgData name="Celia Gutierrez" userId="df43f2c5498c01a2" providerId="LiveId" clId="{20D42F73-B7FA-46DD-88CE-37CECF92C70F}" dt="2026-03-10T12:29:30.534" v="107" actId="478"/>
          <ac:spMkLst>
            <pc:docMk/>
            <pc:sldMk cId="99063039" sldId="271"/>
            <ac:spMk id="4" creationId="{F37AB40E-75D8-1FE4-6277-0BEB20460C70}"/>
          </ac:spMkLst>
        </pc:spChg>
        <pc:spChg chg="add mod">
          <ac:chgData name="Celia Gutierrez" userId="df43f2c5498c01a2" providerId="LiveId" clId="{20D42F73-B7FA-46DD-88CE-37CECF92C70F}" dt="2026-03-10T15:12:48.064" v="1159" actId="1035"/>
          <ac:spMkLst>
            <pc:docMk/>
            <pc:sldMk cId="99063039" sldId="271"/>
            <ac:spMk id="5" creationId="{0EC02E5B-D4F4-34D9-C2FE-05842B06F0DC}"/>
          </ac:spMkLst>
        </pc:spChg>
        <pc:spChg chg="add mod ord">
          <ac:chgData name="Celia Gutierrez" userId="df43f2c5498c01a2" providerId="LiveId" clId="{20D42F73-B7FA-46DD-88CE-37CECF92C70F}" dt="2026-03-10T15:12:36.203" v="1141" actId="167"/>
          <ac:spMkLst>
            <pc:docMk/>
            <pc:sldMk cId="99063039" sldId="271"/>
            <ac:spMk id="6" creationId="{D619F0CD-8E84-6587-3C02-55258E2AC86D}"/>
          </ac:spMkLst>
        </pc:spChg>
        <pc:spChg chg="add mod">
          <ac:chgData name="Celia Gutierrez" userId="df43f2c5498c01a2" providerId="LiveId" clId="{20D42F73-B7FA-46DD-88CE-37CECF92C70F}" dt="2026-03-10T21:10:15.413" v="2853"/>
          <ac:spMkLst>
            <pc:docMk/>
            <pc:sldMk cId="99063039" sldId="271"/>
            <ac:spMk id="8" creationId="{EE5813B6-62B7-1702-92ED-53A115C02584}"/>
          </ac:spMkLst>
        </pc:spChg>
        <pc:graphicFrameChg chg="add mod modGraphic">
          <ac:chgData name="Celia Gutierrez" userId="df43f2c5498c01a2" providerId="LiveId" clId="{20D42F73-B7FA-46DD-88CE-37CECF92C70F}" dt="2026-03-10T20:58:18.152" v="2783" actId="113"/>
          <ac:graphicFrameMkLst>
            <pc:docMk/>
            <pc:sldMk cId="99063039" sldId="271"/>
            <ac:graphicFrameMk id="7" creationId="{545D11D2-4157-8924-824D-8E7C68BC0194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16.257" v="2854"/>
        <pc:sldMkLst>
          <pc:docMk/>
          <pc:sldMk cId="2706898873" sldId="272"/>
        </pc:sldMkLst>
        <pc:spChg chg="del">
          <ac:chgData name="Celia Gutierrez" userId="df43f2c5498c01a2" providerId="LiveId" clId="{20D42F73-B7FA-46DD-88CE-37CECF92C70F}" dt="2026-03-10T15:12:51.961" v="1160" actId="478"/>
          <ac:spMkLst>
            <pc:docMk/>
            <pc:sldMk cId="2706898873" sldId="272"/>
            <ac:spMk id="2" creationId="{BC76CC93-3186-4DF9-42E2-A17CB8E5C47C}"/>
          </ac:spMkLst>
        </pc:spChg>
        <pc:spChg chg="mod">
          <ac:chgData name="Celia Gutierrez" userId="df43f2c5498c01a2" providerId="LiveId" clId="{20D42F73-B7FA-46DD-88CE-37CECF92C70F}" dt="2026-03-10T15:12:59.062" v="1163" actId="1076"/>
          <ac:spMkLst>
            <pc:docMk/>
            <pc:sldMk cId="2706898873" sldId="272"/>
            <ac:spMk id="3" creationId="{1C1565FD-69A7-6AE3-0152-A0C077F9DD3C}"/>
          </ac:spMkLst>
        </pc:spChg>
        <pc:spChg chg="del">
          <ac:chgData name="Celia Gutierrez" userId="df43f2c5498c01a2" providerId="LiveId" clId="{20D42F73-B7FA-46DD-88CE-37CECF92C70F}" dt="2026-03-10T12:29:33.103" v="109" actId="478"/>
          <ac:spMkLst>
            <pc:docMk/>
            <pc:sldMk cId="2706898873" sldId="272"/>
            <ac:spMk id="4" creationId="{93D4B712-B164-BF12-19E8-423E60D415E5}"/>
          </ac:spMkLst>
        </pc:spChg>
        <pc:spChg chg="add mod">
          <ac:chgData name="Celia Gutierrez" userId="df43f2c5498c01a2" providerId="LiveId" clId="{20D42F73-B7FA-46DD-88CE-37CECF92C70F}" dt="2026-03-10T15:12:59.062" v="1163" actId="1076"/>
          <ac:spMkLst>
            <pc:docMk/>
            <pc:sldMk cId="2706898873" sldId="272"/>
            <ac:spMk id="5" creationId="{999EF71E-AEDA-A037-173F-12276FDDA905}"/>
          </ac:spMkLst>
        </pc:spChg>
        <pc:spChg chg="add mod ord">
          <ac:chgData name="Celia Gutierrez" userId="df43f2c5498c01a2" providerId="LiveId" clId="{20D42F73-B7FA-46DD-88CE-37CECF92C70F}" dt="2026-03-10T15:12:55.207" v="1162" actId="167"/>
          <ac:spMkLst>
            <pc:docMk/>
            <pc:sldMk cId="2706898873" sldId="272"/>
            <ac:spMk id="6" creationId="{EEE63201-B9CC-365D-05B8-3F6FD3D7EE25}"/>
          </ac:spMkLst>
        </pc:spChg>
        <pc:spChg chg="add mod">
          <ac:chgData name="Celia Gutierrez" userId="df43f2c5498c01a2" providerId="LiveId" clId="{20D42F73-B7FA-46DD-88CE-37CECF92C70F}" dt="2026-03-10T21:10:16.257" v="2854"/>
          <ac:spMkLst>
            <pc:docMk/>
            <pc:sldMk cId="2706898873" sldId="272"/>
            <ac:spMk id="9" creationId="{190EAE00-447B-0453-6754-296DDECA9BAC}"/>
          </ac:spMkLst>
        </pc:spChg>
        <pc:graphicFrameChg chg="add del mod modGraphic">
          <ac:chgData name="Celia Gutierrez" userId="df43f2c5498c01a2" providerId="LiveId" clId="{20D42F73-B7FA-46DD-88CE-37CECF92C70F}" dt="2026-03-10T18:38:29.018" v="2355" actId="478"/>
          <ac:graphicFrameMkLst>
            <pc:docMk/>
            <pc:sldMk cId="2706898873" sldId="272"/>
            <ac:graphicFrameMk id="7" creationId="{D103BDB9-7BA5-E7C8-C431-9B9A1BA9AFDA}"/>
          </ac:graphicFrameMkLst>
        </pc:graphicFrameChg>
        <pc:graphicFrameChg chg="add mod modGraphic">
          <ac:chgData name="Celia Gutierrez" userId="df43f2c5498c01a2" providerId="LiveId" clId="{20D42F73-B7FA-46DD-88CE-37CECF92C70F}" dt="2026-03-10T20:58:35.851" v="2786" actId="242"/>
          <ac:graphicFrameMkLst>
            <pc:docMk/>
            <pc:sldMk cId="2706898873" sldId="272"/>
            <ac:graphicFrameMk id="8" creationId="{7BD27F2F-29C9-C5A4-69D7-440DDC5B21BD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17.549" v="2855"/>
        <pc:sldMkLst>
          <pc:docMk/>
          <pc:sldMk cId="1628232311" sldId="273"/>
        </pc:sldMkLst>
        <pc:spChg chg="add mod">
          <ac:chgData name="Celia Gutierrez" userId="df43f2c5498c01a2" providerId="LiveId" clId="{20D42F73-B7FA-46DD-88CE-37CECF92C70F}" dt="2026-03-10T19:00:00.109" v="2513" actId="20577"/>
          <ac:spMkLst>
            <pc:docMk/>
            <pc:sldMk cId="1628232311" sldId="273"/>
            <ac:spMk id="3" creationId="{02399564-5764-6507-419D-0303A319349B}"/>
          </ac:spMkLst>
        </pc:spChg>
        <pc:spChg chg="add mod ord">
          <ac:chgData name="Celia Gutierrez" userId="df43f2c5498c01a2" providerId="LiveId" clId="{20D42F73-B7FA-46DD-88CE-37CECF92C70F}" dt="2026-03-10T15:13:06.206" v="1166" actId="167"/>
          <ac:spMkLst>
            <pc:docMk/>
            <pc:sldMk cId="1628232311" sldId="273"/>
            <ac:spMk id="4" creationId="{838E20D5-AE05-6697-992C-A41FB6C226B8}"/>
          </ac:spMkLst>
        </pc:spChg>
        <pc:spChg chg="del">
          <ac:chgData name="Celia Gutierrez" userId="df43f2c5498c01a2" providerId="LiveId" clId="{20D42F73-B7FA-46DD-88CE-37CECF92C70F}" dt="2026-03-10T15:13:03.496" v="1164" actId="478"/>
          <ac:spMkLst>
            <pc:docMk/>
            <pc:sldMk cId="1628232311" sldId="273"/>
            <ac:spMk id="5" creationId="{2F000476-D16F-DF77-BDA2-CF07888B018D}"/>
          </ac:spMkLst>
        </pc:spChg>
        <pc:spChg chg="mod">
          <ac:chgData name="Celia Gutierrez" userId="df43f2c5498c01a2" providerId="LiveId" clId="{20D42F73-B7FA-46DD-88CE-37CECF92C70F}" dt="2026-03-10T15:13:10.696" v="1167" actId="1076"/>
          <ac:spMkLst>
            <pc:docMk/>
            <pc:sldMk cId="1628232311" sldId="273"/>
            <ac:spMk id="6" creationId="{83807BBF-ADE4-C0E2-33E1-B9967C53709B}"/>
          </ac:spMkLst>
        </pc:spChg>
        <pc:spChg chg="mod">
          <ac:chgData name="Celia Gutierrez" userId="df43f2c5498c01a2" providerId="LiveId" clId="{20D42F73-B7FA-46DD-88CE-37CECF92C70F}" dt="2026-03-10T15:13:10.696" v="1167" actId="1076"/>
          <ac:spMkLst>
            <pc:docMk/>
            <pc:sldMk cId="1628232311" sldId="273"/>
            <ac:spMk id="7" creationId="{2C241622-57C4-6340-CF20-48301B555B78}"/>
          </ac:spMkLst>
        </pc:spChg>
        <pc:spChg chg="add mod">
          <ac:chgData name="Celia Gutierrez" userId="df43f2c5498c01a2" providerId="LiveId" clId="{20D42F73-B7FA-46DD-88CE-37CECF92C70F}" dt="2026-03-10T21:10:17.549" v="2855"/>
          <ac:spMkLst>
            <pc:docMk/>
            <pc:sldMk cId="1628232311" sldId="273"/>
            <ac:spMk id="8" creationId="{E3BB1D4B-4655-E8E7-8DBC-D0D7F08E6F81}"/>
          </ac:spMkLst>
        </pc:spChg>
      </pc:sldChg>
      <pc:sldChg chg="addSp delSp modSp add mod">
        <pc:chgData name="Celia Gutierrez" userId="df43f2c5498c01a2" providerId="LiveId" clId="{20D42F73-B7FA-46DD-88CE-37CECF92C70F}" dt="2026-03-10T21:10:18.689" v="2856"/>
        <pc:sldMkLst>
          <pc:docMk/>
          <pc:sldMk cId="3167309190" sldId="274"/>
        </pc:sldMkLst>
        <pc:spChg chg="add mod">
          <ac:chgData name="Celia Gutierrez" userId="df43f2c5498c01a2" providerId="LiveId" clId="{20D42F73-B7FA-46DD-88CE-37CECF92C70F}" dt="2026-03-10T15:13:20.266" v="1171" actId="1076"/>
          <ac:spMkLst>
            <pc:docMk/>
            <pc:sldMk cId="3167309190" sldId="274"/>
            <ac:spMk id="2" creationId="{003EFFE2-F86F-99D0-DE61-198312B7A63A}"/>
          </ac:spMkLst>
        </pc:spChg>
        <pc:spChg chg="del">
          <ac:chgData name="Celia Gutierrez" userId="df43f2c5498c01a2" providerId="LiveId" clId="{20D42F73-B7FA-46DD-88CE-37CECF92C70F}" dt="2026-03-10T12:29:55.287" v="150" actId="478"/>
          <ac:spMkLst>
            <pc:docMk/>
            <pc:sldMk cId="3167309190" sldId="274"/>
            <ac:spMk id="3" creationId="{7BB282D5-8372-1C94-069C-0BEBC0DE7B46}"/>
          </ac:spMkLst>
        </pc:spChg>
        <pc:spChg chg="add mod ord">
          <ac:chgData name="Celia Gutierrez" userId="df43f2c5498c01a2" providerId="LiveId" clId="{20D42F73-B7FA-46DD-88CE-37CECF92C70F}" dt="2026-03-10T15:13:15.985" v="1170" actId="167"/>
          <ac:spMkLst>
            <pc:docMk/>
            <pc:sldMk cId="3167309190" sldId="274"/>
            <ac:spMk id="4" creationId="{4017893C-7B02-13C5-A30A-DE9A91F98B6B}"/>
          </ac:spMkLst>
        </pc:spChg>
        <pc:spChg chg="del">
          <ac:chgData name="Celia Gutierrez" userId="df43f2c5498c01a2" providerId="LiveId" clId="{20D42F73-B7FA-46DD-88CE-37CECF92C70F}" dt="2026-03-10T15:13:13.650" v="1168" actId="478"/>
          <ac:spMkLst>
            <pc:docMk/>
            <pc:sldMk cId="3167309190" sldId="274"/>
            <ac:spMk id="5" creationId="{36E5CEFB-BF40-A4A2-12BB-89E3EC42B610}"/>
          </ac:spMkLst>
        </pc:spChg>
        <pc:spChg chg="mod">
          <ac:chgData name="Celia Gutierrez" userId="df43f2c5498c01a2" providerId="LiveId" clId="{20D42F73-B7FA-46DD-88CE-37CECF92C70F}" dt="2026-03-10T15:13:20.266" v="1171" actId="1076"/>
          <ac:spMkLst>
            <pc:docMk/>
            <pc:sldMk cId="3167309190" sldId="274"/>
            <ac:spMk id="6" creationId="{74F4198C-2182-9200-64D2-A4689642ED71}"/>
          </ac:spMkLst>
        </pc:spChg>
        <pc:spChg chg="add mod">
          <ac:chgData name="Celia Gutierrez" userId="df43f2c5498c01a2" providerId="LiveId" clId="{20D42F73-B7FA-46DD-88CE-37CECF92C70F}" dt="2026-03-10T16:05:13.692" v="1702"/>
          <ac:spMkLst>
            <pc:docMk/>
            <pc:sldMk cId="3167309190" sldId="274"/>
            <ac:spMk id="12" creationId="{5FB52D14-71A2-E4E2-D4FF-59D919A9D99D}"/>
          </ac:spMkLst>
        </pc:spChg>
        <pc:spChg chg="add mod">
          <ac:chgData name="Celia Gutierrez" userId="df43f2c5498c01a2" providerId="LiveId" clId="{20D42F73-B7FA-46DD-88CE-37CECF92C70F}" dt="2026-03-10T19:00:15.021" v="2515" actId="1076"/>
          <ac:spMkLst>
            <pc:docMk/>
            <pc:sldMk cId="3167309190" sldId="274"/>
            <ac:spMk id="13" creationId="{9C1BAE91-BA3B-CB9F-15A2-1230AE9C401D}"/>
          </ac:spMkLst>
        </pc:spChg>
        <pc:spChg chg="add mod">
          <ac:chgData name="Celia Gutierrez" userId="df43f2c5498c01a2" providerId="LiveId" clId="{20D42F73-B7FA-46DD-88CE-37CECF92C70F}" dt="2026-03-10T16:05:13.692" v="1702"/>
          <ac:spMkLst>
            <pc:docMk/>
            <pc:sldMk cId="3167309190" sldId="274"/>
            <ac:spMk id="14" creationId="{62E5F2CC-A80D-46DF-F6C0-30CFD9CB6B61}"/>
          </ac:spMkLst>
        </pc:spChg>
        <pc:spChg chg="add mod">
          <ac:chgData name="Celia Gutierrez" userId="df43f2c5498c01a2" providerId="LiveId" clId="{20D42F73-B7FA-46DD-88CE-37CECF92C70F}" dt="2026-03-10T19:00:10.978" v="2514" actId="1076"/>
          <ac:spMkLst>
            <pc:docMk/>
            <pc:sldMk cId="3167309190" sldId="274"/>
            <ac:spMk id="15" creationId="{9C4C8566-E8B7-9ED4-8003-9995440480DF}"/>
          </ac:spMkLst>
        </pc:spChg>
        <pc:spChg chg="add mod">
          <ac:chgData name="Celia Gutierrez" userId="df43f2c5498c01a2" providerId="LiveId" clId="{20D42F73-B7FA-46DD-88CE-37CECF92C70F}" dt="2026-03-10T19:00:17.867" v="2516" actId="1076"/>
          <ac:spMkLst>
            <pc:docMk/>
            <pc:sldMk cId="3167309190" sldId="274"/>
            <ac:spMk id="16" creationId="{D3BB09DA-2DB3-85A9-66A9-1D375C125283}"/>
          </ac:spMkLst>
        </pc:spChg>
        <pc:spChg chg="add mod">
          <ac:chgData name="Celia Gutierrez" userId="df43f2c5498c01a2" providerId="LiveId" clId="{20D42F73-B7FA-46DD-88CE-37CECF92C70F}" dt="2026-03-10T16:23:59.833" v="1927" actId="2711"/>
          <ac:spMkLst>
            <pc:docMk/>
            <pc:sldMk cId="3167309190" sldId="274"/>
            <ac:spMk id="23" creationId="{D961E322-AF5B-E286-F504-9259C9C46F73}"/>
          </ac:spMkLst>
        </pc:spChg>
        <pc:spChg chg="add mod">
          <ac:chgData name="Celia Gutierrez" userId="df43f2c5498c01a2" providerId="LiveId" clId="{20D42F73-B7FA-46DD-88CE-37CECF92C70F}" dt="2026-03-10T21:10:18.689" v="2856"/>
          <ac:spMkLst>
            <pc:docMk/>
            <pc:sldMk cId="3167309190" sldId="274"/>
            <ac:spMk id="24" creationId="{0588BEC5-EF5F-7AC9-A988-6BA7D9AD66B6}"/>
          </ac:spMkLst>
        </pc:spChg>
        <pc:graphicFrameChg chg="add del mod">
          <ac:chgData name="Celia Gutierrez" userId="df43f2c5498c01a2" providerId="LiveId" clId="{20D42F73-B7FA-46DD-88CE-37CECF92C70F}" dt="2026-03-10T16:18:03.203" v="1826" actId="478"/>
          <ac:graphicFrameMkLst>
            <pc:docMk/>
            <pc:sldMk cId="3167309190" sldId="274"/>
            <ac:graphicFrameMk id="7" creationId="{1F6D568C-A62E-55A1-1353-C0B6C28F4BCA}"/>
          </ac:graphicFrameMkLst>
        </pc:graphicFrameChg>
        <pc:graphicFrameChg chg="add del mod">
          <ac:chgData name="Celia Gutierrez" userId="df43f2c5498c01a2" providerId="LiveId" clId="{20D42F73-B7FA-46DD-88CE-37CECF92C70F}" dt="2026-03-10T16:18:03.203" v="1826" actId="478"/>
          <ac:graphicFrameMkLst>
            <pc:docMk/>
            <pc:sldMk cId="3167309190" sldId="274"/>
            <ac:graphicFrameMk id="8" creationId="{235A28F2-05E9-EC18-F727-36886CC0A5F1}"/>
          </ac:graphicFrameMkLst>
        </pc:graphicFrameChg>
        <pc:graphicFrameChg chg="add del mod">
          <ac:chgData name="Celia Gutierrez" userId="df43f2c5498c01a2" providerId="LiveId" clId="{20D42F73-B7FA-46DD-88CE-37CECF92C70F}" dt="2026-03-10T16:18:03.203" v="1826" actId="478"/>
          <ac:graphicFrameMkLst>
            <pc:docMk/>
            <pc:sldMk cId="3167309190" sldId="274"/>
            <ac:graphicFrameMk id="9" creationId="{B6699F49-1C30-818E-A0EF-D6B0D73A462B}"/>
          </ac:graphicFrameMkLst>
        </pc:graphicFrameChg>
        <pc:graphicFrameChg chg="add del mod">
          <ac:chgData name="Celia Gutierrez" userId="df43f2c5498c01a2" providerId="LiveId" clId="{20D42F73-B7FA-46DD-88CE-37CECF92C70F}" dt="2026-03-10T16:18:03.203" v="1826" actId="478"/>
          <ac:graphicFrameMkLst>
            <pc:docMk/>
            <pc:sldMk cId="3167309190" sldId="274"/>
            <ac:graphicFrameMk id="10" creationId="{D1D327AB-57B0-9B87-FA39-ABEAA6D9ADB2}"/>
          </ac:graphicFrameMkLst>
        </pc:graphicFrameChg>
        <pc:graphicFrameChg chg="add del mod">
          <ac:chgData name="Celia Gutierrez" userId="df43f2c5498c01a2" providerId="LiveId" clId="{20D42F73-B7FA-46DD-88CE-37CECF92C70F}" dt="2026-03-10T16:18:03.203" v="1826" actId="478"/>
          <ac:graphicFrameMkLst>
            <pc:docMk/>
            <pc:sldMk cId="3167309190" sldId="274"/>
            <ac:graphicFrameMk id="11" creationId="{888DF473-A07B-3101-67AF-6440B5A631B5}"/>
          </ac:graphicFrameMkLst>
        </pc:graphicFrameChg>
        <pc:graphicFrameChg chg="add mod modGraphic">
          <ac:chgData name="Celia Gutierrez" userId="df43f2c5498c01a2" providerId="LiveId" clId="{20D42F73-B7FA-46DD-88CE-37CECF92C70F}" dt="2026-03-10T16:19:07.853" v="1843" actId="1076"/>
          <ac:graphicFrameMkLst>
            <pc:docMk/>
            <pc:sldMk cId="3167309190" sldId="274"/>
            <ac:graphicFrameMk id="17" creationId="{54AE99AD-29D6-E7A5-E238-8CE185524E23}"/>
          </ac:graphicFrameMkLst>
        </pc:graphicFrameChg>
        <pc:graphicFrameChg chg="add mod modGraphic">
          <ac:chgData name="Celia Gutierrez" userId="df43f2c5498c01a2" providerId="LiveId" clId="{20D42F73-B7FA-46DD-88CE-37CECF92C70F}" dt="2026-03-10T16:20:01.305" v="1860" actId="122"/>
          <ac:graphicFrameMkLst>
            <pc:docMk/>
            <pc:sldMk cId="3167309190" sldId="274"/>
            <ac:graphicFrameMk id="18" creationId="{92BAF334-E635-7C69-BD05-654A53B9EC2C}"/>
          </ac:graphicFrameMkLst>
        </pc:graphicFrameChg>
        <pc:graphicFrameChg chg="add mod modGraphic">
          <ac:chgData name="Celia Gutierrez" userId="df43f2c5498c01a2" providerId="LiveId" clId="{20D42F73-B7FA-46DD-88CE-37CECF92C70F}" dt="2026-03-10T16:20:54.317" v="1880" actId="14100"/>
          <ac:graphicFrameMkLst>
            <pc:docMk/>
            <pc:sldMk cId="3167309190" sldId="274"/>
            <ac:graphicFrameMk id="19" creationId="{D9623F8F-A9F4-B527-18CA-D2DAE656B3B6}"/>
          </ac:graphicFrameMkLst>
        </pc:graphicFrameChg>
        <pc:graphicFrameChg chg="add mod modGraphic">
          <ac:chgData name="Celia Gutierrez" userId="df43f2c5498c01a2" providerId="LiveId" clId="{20D42F73-B7FA-46DD-88CE-37CECF92C70F}" dt="2026-03-10T16:22:15.147" v="1905" actId="1076"/>
          <ac:graphicFrameMkLst>
            <pc:docMk/>
            <pc:sldMk cId="3167309190" sldId="274"/>
            <ac:graphicFrameMk id="20" creationId="{5B24F5F1-F55E-1A79-0BA4-14C83EC47395}"/>
          </ac:graphicFrameMkLst>
        </pc:graphicFrameChg>
        <pc:graphicFrameChg chg="add mod modGraphic">
          <ac:chgData name="Celia Gutierrez" userId="df43f2c5498c01a2" providerId="LiveId" clId="{20D42F73-B7FA-46DD-88CE-37CECF92C70F}" dt="2026-03-10T16:23:37.839" v="1923" actId="14100"/>
          <ac:graphicFrameMkLst>
            <pc:docMk/>
            <pc:sldMk cId="3167309190" sldId="274"/>
            <ac:graphicFrameMk id="21" creationId="{B918D7CB-A7D1-69E3-0BB1-9E775EFCD5DB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19.718" v="2857"/>
        <pc:sldMkLst>
          <pc:docMk/>
          <pc:sldMk cId="3934613924" sldId="275"/>
        </pc:sldMkLst>
        <pc:spChg chg="add mod">
          <ac:chgData name="Celia Gutierrez" userId="df43f2c5498c01a2" providerId="LiveId" clId="{20D42F73-B7FA-46DD-88CE-37CECF92C70F}" dt="2026-03-10T15:13:28.834" v="1175" actId="1076"/>
          <ac:spMkLst>
            <pc:docMk/>
            <pc:sldMk cId="3934613924" sldId="275"/>
            <ac:spMk id="2" creationId="{458216FC-4F0A-B606-594C-D194D89B824D}"/>
          </ac:spMkLst>
        </pc:spChg>
        <pc:spChg chg="del">
          <ac:chgData name="Celia Gutierrez" userId="df43f2c5498c01a2" providerId="LiveId" clId="{20D42F73-B7FA-46DD-88CE-37CECF92C70F}" dt="2026-03-10T12:30:00.268" v="152" actId="478"/>
          <ac:spMkLst>
            <pc:docMk/>
            <pc:sldMk cId="3934613924" sldId="275"/>
            <ac:spMk id="3" creationId="{B7ED9A52-D2C8-1839-813A-1D18EB36634F}"/>
          </ac:spMkLst>
        </pc:spChg>
        <pc:spChg chg="add mod ord">
          <ac:chgData name="Celia Gutierrez" userId="df43f2c5498c01a2" providerId="LiveId" clId="{20D42F73-B7FA-46DD-88CE-37CECF92C70F}" dt="2026-03-10T15:13:25.152" v="1174" actId="167"/>
          <ac:spMkLst>
            <pc:docMk/>
            <pc:sldMk cId="3934613924" sldId="275"/>
            <ac:spMk id="4" creationId="{8A646BB7-7A2A-A26C-F73C-77A79BFEFDD6}"/>
          </ac:spMkLst>
        </pc:spChg>
        <pc:spChg chg="del">
          <ac:chgData name="Celia Gutierrez" userId="df43f2c5498c01a2" providerId="LiveId" clId="{20D42F73-B7FA-46DD-88CE-37CECF92C70F}" dt="2026-03-10T15:13:22.919" v="1172" actId="478"/>
          <ac:spMkLst>
            <pc:docMk/>
            <pc:sldMk cId="3934613924" sldId="275"/>
            <ac:spMk id="5" creationId="{BADC3A66-67EC-EE1C-C03B-40595401D297}"/>
          </ac:spMkLst>
        </pc:spChg>
        <pc:spChg chg="mod">
          <ac:chgData name="Celia Gutierrez" userId="df43f2c5498c01a2" providerId="LiveId" clId="{20D42F73-B7FA-46DD-88CE-37CECF92C70F}" dt="2026-03-10T15:13:28.834" v="1175" actId="1076"/>
          <ac:spMkLst>
            <pc:docMk/>
            <pc:sldMk cId="3934613924" sldId="275"/>
            <ac:spMk id="6" creationId="{247D67E2-6C1F-0BC7-1650-3D0C15D326CD}"/>
          </ac:spMkLst>
        </pc:spChg>
        <pc:spChg chg="add mod">
          <ac:chgData name="Celia Gutierrez" userId="df43f2c5498c01a2" providerId="LiveId" clId="{20D42F73-B7FA-46DD-88CE-37CECF92C70F}" dt="2026-03-10T16:26:23.664" v="1959" actId="403"/>
          <ac:spMkLst>
            <pc:docMk/>
            <pc:sldMk cId="3934613924" sldId="275"/>
            <ac:spMk id="10" creationId="{FE42F12F-5190-D5E7-742E-63BC62C7C7FA}"/>
          </ac:spMkLst>
        </pc:spChg>
        <pc:spChg chg="add mod">
          <ac:chgData name="Celia Gutierrez" userId="df43f2c5498c01a2" providerId="LiveId" clId="{20D42F73-B7FA-46DD-88CE-37CECF92C70F}" dt="2026-03-10T19:00:30.321" v="2517" actId="1076"/>
          <ac:spMkLst>
            <pc:docMk/>
            <pc:sldMk cId="3934613924" sldId="275"/>
            <ac:spMk id="11" creationId="{3C5F6262-55FF-2DE6-15A8-64C8F7CA49C1}"/>
          </ac:spMkLst>
        </pc:spChg>
        <pc:spChg chg="add mod">
          <ac:chgData name="Celia Gutierrez" userId="df43f2c5498c01a2" providerId="LiveId" clId="{20D42F73-B7FA-46DD-88CE-37CECF92C70F}" dt="2026-03-10T19:00:33.203" v="2518" actId="1076"/>
          <ac:spMkLst>
            <pc:docMk/>
            <pc:sldMk cId="3934613924" sldId="275"/>
            <ac:spMk id="12" creationId="{D37FD181-5909-FBBE-AEAF-F5CBD475BA66}"/>
          </ac:spMkLst>
        </pc:spChg>
        <pc:spChg chg="add mod">
          <ac:chgData name="Celia Gutierrez" userId="df43f2c5498c01a2" providerId="LiveId" clId="{20D42F73-B7FA-46DD-88CE-37CECF92C70F}" dt="2026-03-10T16:24:26.561" v="1928"/>
          <ac:spMkLst>
            <pc:docMk/>
            <pc:sldMk cId="3934613924" sldId="275"/>
            <ac:spMk id="13" creationId="{B44380C1-2B48-A415-CC6B-DEAB4D23E542}"/>
          </ac:spMkLst>
        </pc:spChg>
        <pc:spChg chg="add mod">
          <ac:chgData name="Celia Gutierrez" userId="df43f2c5498c01a2" providerId="LiveId" clId="{20D42F73-B7FA-46DD-88CE-37CECF92C70F}" dt="2026-03-10T21:10:19.718" v="2857"/>
          <ac:spMkLst>
            <pc:docMk/>
            <pc:sldMk cId="3934613924" sldId="275"/>
            <ac:spMk id="16" creationId="{CB9B0D33-AF8F-CB28-CDBB-923163797316}"/>
          </ac:spMkLst>
        </pc:spChg>
        <pc:graphicFrameChg chg="add del mod">
          <ac:chgData name="Celia Gutierrez" userId="df43f2c5498c01a2" providerId="LiveId" clId="{20D42F73-B7FA-46DD-88CE-37CECF92C70F}" dt="2026-03-10T16:24:30.366" v="1929" actId="478"/>
          <ac:graphicFrameMkLst>
            <pc:docMk/>
            <pc:sldMk cId="3934613924" sldId="275"/>
            <ac:graphicFrameMk id="7" creationId="{A24BEFD1-A55C-D956-9623-C3DEB595737C}"/>
          </ac:graphicFrameMkLst>
        </pc:graphicFrameChg>
        <pc:graphicFrameChg chg="add del mod">
          <ac:chgData name="Celia Gutierrez" userId="df43f2c5498c01a2" providerId="LiveId" clId="{20D42F73-B7FA-46DD-88CE-37CECF92C70F}" dt="2026-03-10T16:24:30.366" v="1929" actId="478"/>
          <ac:graphicFrameMkLst>
            <pc:docMk/>
            <pc:sldMk cId="3934613924" sldId="275"/>
            <ac:graphicFrameMk id="8" creationId="{8EDEF0FD-4DA8-765D-72FF-14A1EBD11353}"/>
          </ac:graphicFrameMkLst>
        </pc:graphicFrameChg>
        <pc:graphicFrameChg chg="add mod modGraphic">
          <ac:chgData name="Celia Gutierrez" userId="df43f2c5498c01a2" providerId="LiveId" clId="{20D42F73-B7FA-46DD-88CE-37CECF92C70F}" dt="2026-03-10T16:26:15.674" v="1956" actId="1076"/>
          <ac:graphicFrameMkLst>
            <pc:docMk/>
            <pc:sldMk cId="3934613924" sldId="275"/>
            <ac:graphicFrameMk id="14" creationId="{F7350C0D-CC61-2E45-2824-789A54DBDC3A}"/>
          </ac:graphicFrameMkLst>
        </pc:graphicFrameChg>
        <pc:graphicFrameChg chg="add mod modGraphic">
          <ac:chgData name="Celia Gutierrez" userId="df43f2c5498c01a2" providerId="LiveId" clId="{20D42F73-B7FA-46DD-88CE-37CECF92C70F}" dt="2026-03-10T16:26:00.689" v="1952" actId="122"/>
          <ac:graphicFrameMkLst>
            <pc:docMk/>
            <pc:sldMk cId="3934613924" sldId="275"/>
            <ac:graphicFrameMk id="15" creationId="{FA7EEB7B-6F88-40CE-F0A7-AFE578BF58C6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0.455" v="2858"/>
        <pc:sldMkLst>
          <pc:docMk/>
          <pc:sldMk cId="1659905219" sldId="276"/>
        </pc:sldMkLst>
        <pc:spChg chg="del">
          <ac:chgData name="Celia Gutierrez" userId="df43f2c5498c01a2" providerId="LiveId" clId="{20D42F73-B7FA-46DD-88CE-37CECF92C70F}" dt="2026-03-10T15:13:31.308" v="1176" actId="478"/>
          <ac:spMkLst>
            <pc:docMk/>
            <pc:sldMk cId="1659905219" sldId="276"/>
            <ac:spMk id="2" creationId="{1EBA08C7-9945-F21E-E8CD-A5511998F01D}"/>
          </ac:spMkLst>
        </pc:spChg>
        <pc:spChg chg="mod">
          <ac:chgData name="Celia Gutierrez" userId="df43f2c5498c01a2" providerId="LiveId" clId="{20D42F73-B7FA-46DD-88CE-37CECF92C70F}" dt="2026-03-10T15:13:38.002" v="1179" actId="1076"/>
          <ac:spMkLst>
            <pc:docMk/>
            <pc:sldMk cId="1659905219" sldId="276"/>
            <ac:spMk id="3" creationId="{0A741B3F-0435-F7A1-C6C4-AB8A6A8C56A6}"/>
          </ac:spMkLst>
        </pc:spChg>
        <pc:spChg chg="add mod">
          <ac:chgData name="Celia Gutierrez" userId="df43f2c5498c01a2" providerId="LiveId" clId="{20D42F73-B7FA-46DD-88CE-37CECF92C70F}" dt="2026-03-10T15:13:38.002" v="1179" actId="1076"/>
          <ac:spMkLst>
            <pc:docMk/>
            <pc:sldMk cId="1659905219" sldId="276"/>
            <ac:spMk id="4" creationId="{F4A67DD7-3B82-133A-00D0-B521730E236B}"/>
          </ac:spMkLst>
        </pc:spChg>
        <pc:spChg chg="del">
          <ac:chgData name="Celia Gutierrez" userId="df43f2c5498c01a2" providerId="LiveId" clId="{20D42F73-B7FA-46DD-88CE-37CECF92C70F}" dt="2026-03-10T12:30:05.945" v="154" actId="478"/>
          <ac:spMkLst>
            <pc:docMk/>
            <pc:sldMk cId="1659905219" sldId="276"/>
            <ac:spMk id="5" creationId="{64A8B97D-DA0B-FF42-70B2-B0974753639F}"/>
          </ac:spMkLst>
        </pc:spChg>
        <pc:spChg chg="add mod ord">
          <ac:chgData name="Celia Gutierrez" userId="df43f2c5498c01a2" providerId="LiveId" clId="{20D42F73-B7FA-46DD-88CE-37CECF92C70F}" dt="2026-03-10T15:13:34.015" v="1178" actId="167"/>
          <ac:spMkLst>
            <pc:docMk/>
            <pc:sldMk cId="1659905219" sldId="276"/>
            <ac:spMk id="6" creationId="{6E0433CD-8B49-8624-E62F-FFB6E6BE07B2}"/>
          </ac:spMkLst>
        </pc:spChg>
        <pc:spChg chg="add mod">
          <ac:chgData name="Celia Gutierrez" userId="df43f2c5498c01a2" providerId="LiveId" clId="{20D42F73-B7FA-46DD-88CE-37CECF92C70F}" dt="2026-03-10T21:10:20.455" v="2858"/>
          <ac:spMkLst>
            <pc:docMk/>
            <pc:sldMk cId="1659905219" sldId="276"/>
            <ac:spMk id="11" creationId="{9571B827-E228-997A-DC7F-4ACBE7384DA3}"/>
          </ac:spMkLst>
        </pc:spChg>
        <pc:graphicFrameChg chg="add del mod">
          <ac:chgData name="Celia Gutierrez" userId="df43f2c5498c01a2" providerId="LiveId" clId="{20D42F73-B7FA-46DD-88CE-37CECF92C70F}" dt="2026-03-10T16:26:42.219" v="1960" actId="478"/>
          <ac:graphicFrameMkLst>
            <pc:docMk/>
            <pc:sldMk cId="1659905219" sldId="276"/>
            <ac:graphicFrameMk id="7" creationId="{15DA5C2A-1AE3-25E7-E2A7-0C4144267F10}"/>
          </ac:graphicFrameMkLst>
        </pc:graphicFrameChg>
        <pc:graphicFrameChg chg="add del mod">
          <ac:chgData name="Celia Gutierrez" userId="df43f2c5498c01a2" providerId="LiveId" clId="{20D42F73-B7FA-46DD-88CE-37CECF92C70F}" dt="2026-03-10T16:26:42.219" v="1960" actId="478"/>
          <ac:graphicFrameMkLst>
            <pc:docMk/>
            <pc:sldMk cId="1659905219" sldId="276"/>
            <ac:graphicFrameMk id="8" creationId="{7ED3698D-ED84-5128-1D32-3D8773F8CC5F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9:45:33.877" v="2723" actId="478"/>
          <ac:graphicFrameMkLst>
            <pc:docMk/>
            <pc:sldMk cId="1659905219" sldId="276"/>
            <ac:graphicFrameMk id="9" creationId="{1C5F5B2A-6123-C573-FA46-04008E6D38B6}"/>
          </ac:graphicFrameMkLst>
        </pc:graphicFrameChg>
        <pc:graphicFrameChg chg="add mod modGraphic">
          <ac:chgData name="Celia Gutierrez" userId="df43f2c5498c01a2" providerId="LiveId" clId="{20D42F73-B7FA-46DD-88CE-37CECF92C70F}" dt="2026-03-10T19:48:53.027" v="2733" actId="207"/>
          <ac:graphicFrameMkLst>
            <pc:docMk/>
            <pc:sldMk cId="1659905219" sldId="276"/>
            <ac:graphicFrameMk id="10" creationId="{C623419A-5CDC-F1AD-6FFE-3319385DDC32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1.888" v="2859"/>
        <pc:sldMkLst>
          <pc:docMk/>
          <pc:sldMk cId="3910795920" sldId="277"/>
        </pc:sldMkLst>
        <pc:spChg chg="del">
          <ac:chgData name="Celia Gutierrez" userId="df43f2c5498c01a2" providerId="LiveId" clId="{20D42F73-B7FA-46DD-88CE-37CECF92C70F}" dt="2026-03-10T15:13:40.856" v="1180" actId="478"/>
          <ac:spMkLst>
            <pc:docMk/>
            <pc:sldMk cId="3910795920" sldId="277"/>
            <ac:spMk id="2" creationId="{EE5E5CCC-F839-18C4-8397-C09CBB8EF976}"/>
          </ac:spMkLst>
        </pc:spChg>
        <pc:spChg chg="mod">
          <ac:chgData name="Celia Gutierrez" userId="df43f2c5498c01a2" providerId="LiveId" clId="{20D42F73-B7FA-46DD-88CE-37CECF92C70F}" dt="2026-03-10T15:19:28.407" v="1300" actId="1036"/>
          <ac:spMkLst>
            <pc:docMk/>
            <pc:sldMk cId="3910795920" sldId="277"/>
            <ac:spMk id="3" creationId="{455ADEA2-C32C-F078-4BB2-4FDD7FD687B0}"/>
          </ac:spMkLst>
        </pc:spChg>
        <pc:spChg chg="add mod">
          <ac:chgData name="Celia Gutierrez" userId="df43f2c5498c01a2" providerId="LiveId" clId="{20D42F73-B7FA-46DD-88CE-37CECF92C70F}" dt="2026-03-10T15:13:48.029" v="1183" actId="1076"/>
          <ac:spMkLst>
            <pc:docMk/>
            <pc:sldMk cId="3910795920" sldId="277"/>
            <ac:spMk id="4" creationId="{23C00D00-95B5-805A-150A-42734280D6F0}"/>
          </ac:spMkLst>
        </pc:spChg>
        <pc:spChg chg="del">
          <ac:chgData name="Celia Gutierrez" userId="df43f2c5498c01a2" providerId="LiveId" clId="{20D42F73-B7FA-46DD-88CE-37CECF92C70F}" dt="2026-03-10T12:30:09.727" v="156" actId="478"/>
          <ac:spMkLst>
            <pc:docMk/>
            <pc:sldMk cId="3910795920" sldId="277"/>
            <ac:spMk id="5" creationId="{38D9C589-FC85-C3A5-F1C0-9F9D0792A124}"/>
          </ac:spMkLst>
        </pc:spChg>
        <pc:spChg chg="add mod ord">
          <ac:chgData name="Celia Gutierrez" userId="df43f2c5498c01a2" providerId="LiveId" clId="{20D42F73-B7FA-46DD-88CE-37CECF92C70F}" dt="2026-03-10T15:13:43.110" v="1182" actId="167"/>
          <ac:spMkLst>
            <pc:docMk/>
            <pc:sldMk cId="3910795920" sldId="277"/>
            <ac:spMk id="6" creationId="{F19B4D39-0D26-E61B-7D3D-28288068EF34}"/>
          </ac:spMkLst>
        </pc:spChg>
        <pc:spChg chg="add mod">
          <ac:chgData name="Celia Gutierrez" userId="df43f2c5498c01a2" providerId="LiveId" clId="{20D42F73-B7FA-46DD-88CE-37CECF92C70F}" dt="2026-03-10T21:10:21.888" v="2859"/>
          <ac:spMkLst>
            <pc:docMk/>
            <pc:sldMk cId="3910795920" sldId="277"/>
            <ac:spMk id="8" creationId="{6B0F72DB-2F44-9E4D-F0F8-AF4BC60988BE}"/>
          </ac:spMkLst>
        </pc:spChg>
        <pc:graphicFrameChg chg="add mod modGraphic">
          <ac:chgData name="Celia Gutierrez" userId="df43f2c5498c01a2" providerId="LiveId" clId="{20D42F73-B7FA-46DD-88CE-37CECF92C70F}" dt="2026-03-10T20:59:52.525" v="2792" actId="113"/>
          <ac:graphicFrameMkLst>
            <pc:docMk/>
            <pc:sldMk cId="3910795920" sldId="277"/>
            <ac:graphicFrameMk id="7" creationId="{47B148D8-C036-6F75-B1C9-9A613B2C372B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2.810" v="2860"/>
        <pc:sldMkLst>
          <pc:docMk/>
          <pc:sldMk cId="66466887" sldId="278"/>
        </pc:sldMkLst>
        <pc:spChg chg="del">
          <ac:chgData name="Celia Gutierrez" userId="df43f2c5498c01a2" providerId="LiveId" clId="{20D42F73-B7FA-46DD-88CE-37CECF92C70F}" dt="2026-03-10T15:13:50.276" v="1184" actId="478"/>
          <ac:spMkLst>
            <pc:docMk/>
            <pc:sldMk cId="66466887" sldId="278"/>
            <ac:spMk id="2" creationId="{1946ECCB-5D83-4023-AC1B-F7820796CF0D}"/>
          </ac:spMkLst>
        </pc:spChg>
        <pc:spChg chg="mod">
          <ac:chgData name="Celia Gutierrez" userId="df43f2c5498c01a2" providerId="LiveId" clId="{20D42F73-B7FA-46DD-88CE-37CECF92C70F}" dt="2026-03-10T15:13:56.041" v="1187" actId="1076"/>
          <ac:spMkLst>
            <pc:docMk/>
            <pc:sldMk cId="66466887" sldId="278"/>
            <ac:spMk id="3" creationId="{B1328BD4-9B0C-F4AA-26BC-C116F6D611CB}"/>
          </ac:spMkLst>
        </pc:spChg>
        <pc:spChg chg="add mod">
          <ac:chgData name="Celia Gutierrez" userId="df43f2c5498c01a2" providerId="LiveId" clId="{20D42F73-B7FA-46DD-88CE-37CECF92C70F}" dt="2026-03-10T15:13:56.041" v="1187" actId="1076"/>
          <ac:spMkLst>
            <pc:docMk/>
            <pc:sldMk cId="66466887" sldId="278"/>
            <ac:spMk id="4" creationId="{42544AAD-5DB7-8B6E-0816-ED0402C233EE}"/>
          </ac:spMkLst>
        </pc:spChg>
        <pc:spChg chg="del">
          <ac:chgData name="Celia Gutierrez" userId="df43f2c5498c01a2" providerId="LiveId" clId="{20D42F73-B7FA-46DD-88CE-37CECF92C70F}" dt="2026-03-10T12:30:13.304" v="158" actId="478"/>
          <ac:spMkLst>
            <pc:docMk/>
            <pc:sldMk cId="66466887" sldId="278"/>
            <ac:spMk id="5" creationId="{E9D8C8C7-ACC0-9E33-8639-3776903458D0}"/>
          </ac:spMkLst>
        </pc:spChg>
        <pc:spChg chg="add mod ord">
          <ac:chgData name="Celia Gutierrez" userId="df43f2c5498c01a2" providerId="LiveId" clId="{20D42F73-B7FA-46DD-88CE-37CECF92C70F}" dt="2026-03-10T15:13:52.627" v="1186" actId="167"/>
          <ac:spMkLst>
            <pc:docMk/>
            <pc:sldMk cId="66466887" sldId="278"/>
            <ac:spMk id="6" creationId="{E76CC470-16FA-E474-E441-9D149E7E27BF}"/>
          </ac:spMkLst>
        </pc:spChg>
        <pc:spChg chg="add mod">
          <ac:chgData name="Celia Gutierrez" userId="df43f2c5498c01a2" providerId="LiveId" clId="{20D42F73-B7FA-46DD-88CE-37CECF92C70F}" dt="2026-03-10T21:10:22.810" v="2860"/>
          <ac:spMkLst>
            <pc:docMk/>
            <pc:sldMk cId="66466887" sldId="278"/>
            <ac:spMk id="9" creationId="{304B98F6-912A-39DF-4B64-C465E7B7EC75}"/>
          </ac:spMkLst>
        </pc:spChg>
        <pc:graphicFrameChg chg="add mod">
          <ac:chgData name="Celia Gutierrez" userId="df43f2c5498c01a2" providerId="LiveId" clId="{20D42F73-B7FA-46DD-88CE-37CECF92C70F}" dt="2026-03-10T18:39:59.373" v="2374"/>
          <ac:graphicFrameMkLst>
            <pc:docMk/>
            <pc:sldMk cId="66466887" sldId="278"/>
            <ac:graphicFrameMk id="7" creationId="{0D928FDF-1232-3C1F-8AC4-9EB71B2E5EC0}"/>
          </ac:graphicFrameMkLst>
        </pc:graphicFrameChg>
        <pc:graphicFrameChg chg="add mod modGraphic">
          <ac:chgData name="Celia Gutierrez" userId="df43f2c5498c01a2" providerId="LiveId" clId="{20D42F73-B7FA-46DD-88CE-37CECF92C70F}" dt="2026-03-10T18:45:56.347" v="2429" actId="1076"/>
          <ac:graphicFrameMkLst>
            <pc:docMk/>
            <pc:sldMk cId="66466887" sldId="278"/>
            <ac:graphicFrameMk id="8" creationId="{C7D758C6-1754-F94C-0930-70C86A6DDB60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4.300" v="2861"/>
        <pc:sldMkLst>
          <pc:docMk/>
          <pc:sldMk cId="601628008" sldId="279"/>
        </pc:sldMkLst>
        <pc:spChg chg="add mod">
          <ac:chgData name="Celia Gutierrez" userId="df43f2c5498c01a2" providerId="LiveId" clId="{20D42F73-B7FA-46DD-88CE-37CECF92C70F}" dt="2026-03-10T19:02:12.406" v="2528" actId="20577"/>
          <ac:spMkLst>
            <pc:docMk/>
            <pc:sldMk cId="601628008" sldId="279"/>
            <ac:spMk id="3" creationId="{DC89C3EA-AE62-56F8-6E9E-0398AC9AEC11}"/>
          </ac:spMkLst>
        </pc:spChg>
        <pc:spChg chg="add mod ord">
          <ac:chgData name="Celia Gutierrez" userId="df43f2c5498c01a2" providerId="LiveId" clId="{20D42F73-B7FA-46DD-88CE-37CECF92C70F}" dt="2026-03-10T15:14:03.244" v="1190" actId="167"/>
          <ac:spMkLst>
            <pc:docMk/>
            <pc:sldMk cId="601628008" sldId="279"/>
            <ac:spMk id="4" creationId="{672FE5CB-0033-8D7D-F126-4899A227881C}"/>
          </ac:spMkLst>
        </pc:spChg>
        <pc:spChg chg="del">
          <ac:chgData name="Celia Gutierrez" userId="df43f2c5498c01a2" providerId="LiveId" clId="{20D42F73-B7FA-46DD-88CE-37CECF92C70F}" dt="2026-03-10T15:14:00.768" v="1188" actId="478"/>
          <ac:spMkLst>
            <pc:docMk/>
            <pc:sldMk cId="601628008" sldId="279"/>
            <ac:spMk id="5" creationId="{CC292C42-96D3-79E4-5D59-0534B0C55C52}"/>
          </ac:spMkLst>
        </pc:spChg>
        <pc:spChg chg="mod">
          <ac:chgData name="Celia Gutierrez" userId="df43f2c5498c01a2" providerId="LiveId" clId="{20D42F73-B7FA-46DD-88CE-37CECF92C70F}" dt="2026-03-10T15:14:12.486" v="1197" actId="1037"/>
          <ac:spMkLst>
            <pc:docMk/>
            <pc:sldMk cId="601628008" sldId="279"/>
            <ac:spMk id="6" creationId="{6206C61D-F24A-AB20-63EB-C8EA5EE1836E}"/>
          </ac:spMkLst>
        </pc:spChg>
        <pc:spChg chg="mod">
          <ac:chgData name="Celia Gutierrez" userId="df43f2c5498c01a2" providerId="LiveId" clId="{20D42F73-B7FA-46DD-88CE-37CECF92C70F}" dt="2026-03-10T15:14:12.486" v="1197" actId="1037"/>
          <ac:spMkLst>
            <pc:docMk/>
            <pc:sldMk cId="601628008" sldId="279"/>
            <ac:spMk id="7" creationId="{C808C312-2948-84A6-1D1A-B81F43074AC3}"/>
          </ac:spMkLst>
        </pc:spChg>
        <pc:spChg chg="add mod">
          <ac:chgData name="Celia Gutierrez" userId="df43f2c5498c01a2" providerId="LiveId" clId="{20D42F73-B7FA-46DD-88CE-37CECF92C70F}" dt="2026-03-10T21:10:24.300" v="2861"/>
          <ac:spMkLst>
            <pc:docMk/>
            <pc:sldMk cId="601628008" sldId="279"/>
            <ac:spMk id="8" creationId="{38867266-E086-2CAC-C62D-3B95368D138C}"/>
          </ac:spMkLst>
        </pc:spChg>
      </pc:sldChg>
      <pc:sldChg chg="addSp delSp modSp add mod">
        <pc:chgData name="Celia Gutierrez" userId="df43f2c5498c01a2" providerId="LiveId" clId="{20D42F73-B7FA-46DD-88CE-37CECF92C70F}" dt="2026-03-10T21:10:24.992" v="2862"/>
        <pc:sldMkLst>
          <pc:docMk/>
          <pc:sldMk cId="3164234298" sldId="280"/>
        </pc:sldMkLst>
        <pc:spChg chg="del">
          <ac:chgData name="Celia Gutierrez" userId="df43f2c5498c01a2" providerId="LiveId" clId="{20D42F73-B7FA-46DD-88CE-37CECF92C70F}" dt="2026-03-10T12:30:42.584" v="188" actId="478"/>
          <ac:spMkLst>
            <pc:docMk/>
            <pc:sldMk cId="3164234298" sldId="280"/>
            <ac:spMk id="2" creationId="{DF7C5711-6926-AFA3-887E-6557623F9843}"/>
          </ac:spMkLst>
        </pc:spChg>
        <pc:spChg chg="add mod">
          <ac:chgData name="Celia Gutierrez" userId="df43f2c5498c01a2" providerId="LiveId" clId="{20D42F73-B7FA-46DD-88CE-37CECF92C70F}" dt="2026-03-10T15:14:23.122" v="1201" actId="1076"/>
          <ac:spMkLst>
            <pc:docMk/>
            <pc:sldMk cId="3164234298" sldId="280"/>
            <ac:spMk id="3" creationId="{1E5A2ED5-3552-0888-27EB-D075367DA32F}"/>
          </ac:spMkLst>
        </pc:spChg>
        <pc:spChg chg="add mod ord">
          <ac:chgData name="Celia Gutierrez" userId="df43f2c5498c01a2" providerId="LiveId" clId="{20D42F73-B7FA-46DD-88CE-37CECF92C70F}" dt="2026-03-10T15:14:19.786" v="1200" actId="167"/>
          <ac:spMkLst>
            <pc:docMk/>
            <pc:sldMk cId="3164234298" sldId="280"/>
            <ac:spMk id="4" creationId="{5B41D7A0-F408-7BF0-9536-8FC90FBC087A}"/>
          </ac:spMkLst>
        </pc:spChg>
        <pc:spChg chg="del">
          <ac:chgData name="Celia Gutierrez" userId="df43f2c5498c01a2" providerId="LiveId" clId="{20D42F73-B7FA-46DD-88CE-37CECF92C70F}" dt="2026-03-10T15:14:16.500" v="1198" actId="478"/>
          <ac:spMkLst>
            <pc:docMk/>
            <pc:sldMk cId="3164234298" sldId="280"/>
            <ac:spMk id="5" creationId="{C698B986-9A9A-9A43-5E9F-D6055C4ED169}"/>
          </ac:spMkLst>
        </pc:spChg>
        <pc:spChg chg="mod">
          <ac:chgData name="Celia Gutierrez" userId="df43f2c5498c01a2" providerId="LiveId" clId="{20D42F73-B7FA-46DD-88CE-37CECF92C70F}" dt="2026-03-10T15:14:23.122" v="1201" actId="1076"/>
          <ac:spMkLst>
            <pc:docMk/>
            <pc:sldMk cId="3164234298" sldId="280"/>
            <ac:spMk id="6" creationId="{1DAAAF61-064A-88F4-333B-8F8346928233}"/>
          </ac:spMkLst>
        </pc:spChg>
        <pc:spChg chg="add del mod">
          <ac:chgData name="Celia Gutierrez" userId="df43f2c5498c01a2" providerId="LiveId" clId="{20D42F73-B7FA-46DD-88CE-37CECF92C70F}" dt="2026-03-10T16:29:49.897" v="2017" actId="478"/>
          <ac:spMkLst>
            <pc:docMk/>
            <pc:sldMk cId="3164234298" sldId="280"/>
            <ac:spMk id="13" creationId="{DAE00B6A-D145-9AA4-58F5-4569E7785253}"/>
          </ac:spMkLst>
        </pc:spChg>
        <pc:spChg chg="add mod">
          <ac:chgData name="Celia Gutierrez" userId="df43f2c5498c01a2" providerId="LiveId" clId="{20D42F73-B7FA-46DD-88CE-37CECF92C70F}" dt="2026-03-10T16:05:16.884" v="1703"/>
          <ac:spMkLst>
            <pc:docMk/>
            <pc:sldMk cId="3164234298" sldId="280"/>
            <ac:spMk id="14" creationId="{F5856A81-C75F-EAB4-EE05-38293CF4B8E9}"/>
          </ac:spMkLst>
        </pc:spChg>
        <pc:spChg chg="add mod">
          <ac:chgData name="Celia Gutierrez" userId="df43f2c5498c01a2" providerId="LiveId" clId="{20D42F73-B7FA-46DD-88CE-37CECF92C70F}" dt="2026-03-10T16:05:16.884" v="1703"/>
          <ac:spMkLst>
            <pc:docMk/>
            <pc:sldMk cId="3164234298" sldId="280"/>
            <ac:spMk id="15" creationId="{5911D943-1B67-00EE-A548-B695BDE0184F}"/>
          </ac:spMkLst>
        </pc:spChg>
        <pc:spChg chg="add mod">
          <ac:chgData name="Celia Gutierrez" userId="df43f2c5498c01a2" providerId="LiveId" clId="{20D42F73-B7FA-46DD-88CE-37CECF92C70F}" dt="2026-03-10T16:05:16.884" v="1703"/>
          <ac:spMkLst>
            <pc:docMk/>
            <pc:sldMk cId="3164234298" sldId="280"/>
            <ac:spMk id="16" creationId="{97EE097D-AC42-3B32-F71B-36AD7AF83D47}"/>
          </ac:spMkLst>
        </pc:spChg>
        <pc:spChg chg="add mod">
          <ac:chgData name="Celia Gutierrez" userId="df43f2c5498c01a2" providerId="LiveId" clId="{20D42F73-B7FA-46DD-88CE-37CECF92C70F}" dt="2026-03-10T16:05:16.884" v="1703"/>
          <ac:spMkLst>
            <pc:docMk/>
            <pc:sldMk cId="3164234298" sldId="280"/>
            <ac:spMk id="17" creationId="{2C86AF35-A95D-D856-78F1-FC31001D95A7}"/>
          </ac:spMkLst>
        </pc:spChg>
        <pc:spChg chg="add mod">
          <ac:chgData name="Celia Gutierrez" userId="df43f2c5498c01a2" providerId="LiveId" clId="{20D42F73-B7FA-46DD-88CE-37CECF92C70F}" dt="2026-03-10T16:29:46.555" v="2016" actId="1076"/>
          <ac:spMkLst>
            <pc:docMk/>
            <pc:sldMk cId="3164234298" sldId="280"/>
            <ac:spMk id="18" creationId="{A2DAFE09-DFEA-BED2-7D8E-BC60C3541C61}"/>
          </ac:spMkLst>
        </pc:spChg>
        <pc:spChg chg="add mod">
          <ac:chgData name="Celia Gutierrez" userId="df43f2c5498c01a2" providerId="LiveId" clId="{20D42F73-B7FA-46DD-88CE-37CECF92C70F}" dt="2026-03-10T16:33:25.998" v="2079" actId="14100"/>
          <ac:spMkLst>
            <pc:docMk/>
            <pc:sldMk cId="3164234298" sldId="280"/>
            <ac:spMk id="25" creationId="{6E53854E-4458-92D1-833C-A3EE76D52DE6}"/>
          </ac:spMkLst>
        </pc:spChg>
        <pc:spChg chg="add mod">
          <ac:chgData name="Celia Gutierrez" userId="df43f2c5498c01a2" providerId="LiveId" clId="{20D42F73-B7FA-46DD-88CE-37CECF92C70F}" dt="2026-03-10T21:10:24.992" v="2862"/>
          <ac:spMkLst>
            <pc:docMk/>
            <pc:sldMk cId="3164234298" sldId="280"/>
            <ac:spMk id="26" creationId="{7384516E-D893-8B80-214C-9B35A9B68E47}"/>
          </ac:spMkLst>
        </pc:spChg>
        <pc:graphicFrameChg chg="add del mod">
          <ac:chgData name="Celia Gutierrez" userId="df43f2c5498c01a2" providerId="LiveId" clId="{20D42F73-B7FA-46DD-88CE-37CECF92C70F}" dt="2026-03-10T16:27:58.878" v="1982" actId="478"/>
          <ac:graphicFrameMkLst>
            <pc:docMk/>
            <pc:sldMk cId="3164234298" sldId="280"/>
            <ac:graphicFrameMk id="7" creationId="{C29FA6EC-6685-8545-5D3B-787E10542AD5}"/>
          </ac:graphicFrameMkLst>
        </pc:graphicFrameChg>
        <pc:graphicFrameChg chg="add del mod">
          <ac:chgData name="Celia Gutierrez" userId="df43f2c5498c01a2" providerId="LiveId" clId="{20D42F73-B7FA-46DD-88CE-37CECF92C70F}" dt="2026-03-10T16:27:58.878" v="1982" actId="478"/>
          <ac:graphicFrameMkLst>
            <pc:docMk/>
            <pc:sldMk cId="3164234298" sldId="280"/>
            <ac:graphicFrameMk id="8" creationId="{4935E21D-43D8-85BC-53F0-905374BDF599}"/>
          </ac:graphicFrameMkLst>
        </pc:graphicFrameChg>
        <pc:graphicFrameChg chg="add del mod">
          <ac:chgData name="Celia Gutierrez" userId="df43f2c5498c01a2" providerId="LiveId" clId="{20D42F73-B7FA-46DD-88CE-37CECF92C70F}" dt="2026-03-10T16:27:58.878" v="1982" actId="478"/>
          <ac:graphicFrameMkLst>
            <pc:docMk/>
            <pc:sldMk cId="3164234298" sldId="280"/>
            <ac:graphicFrameMk id="9" creationId="{FED83E74-C2D5-213D-C223-C318B2979F3D}"/>
          </ac:graphicFrameMkLst>
        </pc:graphicFrameChg>
        <pc:graphicFrameChg chg="add del mod">
          <ac:chgData name="Celia Gutierrez" userId="df43f2c5498c01a2" providerId="LiveId" clId="{20D42F73-B7FA-46DD-88CE-37CECF92C70F}" dt="2026-03-10T16:27:58.878" v="1982" actId="478"/>
          <ac:graphicFrameMkLst>
            <pc:docMk/>
            <pc:sldMk cId="3164234298" sldId="280"/>
            <ac:graphicFrameMk id="10" creationId="{9708978B-69C6-3E88-2D8C-810A8AB65167}"/>
          </ac:graphicFrameMkLst>
        </pc:graphicFrameChg>
        <pc:graphicFrameChg chg="add del mod">
          <ac:chgData name="Celia Gutierrez" userId="df43f2c5498c01a2" providerId="LiveId" clId="{20D42F73-B7FA-46DD-88CE-37CECF92C70F}" dt="2026-03-10T16:27:58.878" v="1982" actId="478"/>
          <ac:graphicFrameMkLst>
            <pc:docMk/>
            <pc:sldMk cId="3164234298" sldId="280"/>
            <ac:graphicFrameMk id="11" creationId="{436B0B69-F3E3-4280-B45D-10F26A909641}"/>
          </ac:graphicFrameMkLst>
        </pc:graphicFrameChg>
        <pc:graphicFrameChg chg="add mod modGraphic">
          <ac:chgData name="Celia Gutierrez" userId="df43f2c5498c01a2" providerId="LiveId" clId="{20D42F73-B7FA-46DD-88CE-37CECF92C70F}" dt="2026-03-10T16:28:48.298" v="1997"/>
          <ac:graphicFrameMkLst>
            <pc:docMk/>
            <pc:sldMk cId="3164234298" sldId="280"/>
            <ac:graphicFrameMk id="19" creationId="{4DC79C7A-3EFC-ED4F-B57B-94A9EE3BA634}"/>
          </ac:graphicFrameMkLst>
        </pc:graphicFrameChg>
        <pc:graphicFrameChg chg="add mod modGraphic">
          <ac:chgData name="Celia Gutierrez" userId="df43f2c5498c01a2" providerId="LiveId" clId="{20D42F73-B7FA-46DD-88CE-37CECF92C70F}" dt="2026-03-10T16:29:43.478" v="2015" actId="1076"/>
          <ac:graphicFrameMkLst>
            <pc:docMk/>
            <pc:sldMk cId="3164234298" sldId="280"/>
            <ac:graphicFrameMk id="20" creationId="{C08E7BE4-F3DC-F7AC-869A-311349BD220E}"/>
          </ac:graphicFrameMkLst>
        </pc:graphicFrameChg>
        <pc:graphicFrameChg chg="add mod modGraphic">
          <ac:chgData name="Celia Gutierrez" userId="df43f2c5498c01a2" providerId="LiveId" clId="{20D42F73-B7FA-46DD-88CE-37CECF92C70F}" dt="2026-03-10T16:30:45.238" v="2032" actId="1076"/>
          <ac:graphicFrameMkLst>
            <pc:docMk/>
            <pc:sldMk cId="3164234298" sldId="280"/>
            <ac:graphicFrameMk id="21" creationId="{0BB07523-3B1F-99D7-16E8-F6BC39CE1B27}"/>
          </ac:graphicFrameMkLst>
        </pc:graphicFrameChg>
        <pc:graphicFrameChg chg="add mod modGraphic">
          <ac:chgData name="Celia Gutierrez" userId="df43f2c5498c01a2" providerId="LiveId" clId="{20D42F73-B7FA-46DD-88CE-37CECF92C70F}" dt="2026-03-10T16:31:44.335" v="2051" actId="14734"/>
          <ac:graphicFrameMkLst>
            <pc:docMk/>
            <pc:sldMk cId="3164234298" sldId="280"/>
            <ac:graphicFrameMk id="22" creationId="{4A7B144A-48A1-57A2-24DF-E7FEE7D73284}"/>
          </ac:graphicFrameMkLst>
        </pc:graphicFrameChg>
        <pc:graphicFrameChg chg="add mod modGraphic">
          <ac:chgData name="Celia Gutierrez" userId="df43f2c5498c01a2" providerId="LiveId" clId="{20D42F73-B7FA-46DD-88CE-37CECF92C70F}" dt="2026-03-10T16:33:10.223" v="2076" actId="14100"/>
          <ac:graphicFrameMkLst>
            <pc:docMk/>
            <pc:sldMk cId="3164234298" sldId="280"/>
            <ac:graphicFrameMk id="23" creationId="{74A0D034-9A5D-6E5E-496E-489A504E2CD6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5.884" v="2863"/>
        <pc:sldMkLst>
          <pc:docMk/>
          <pc:sldMk cId="1130069357" sldId="281"/>
        </pc:sldMkLst>
        <pc:spChg chg="del">
          <ac:chgData name="Celia Gutierrez" userId="df43f2c5498c01a2" providerId="LiveId" clId="{20D42F73-B7FA-46DD-88CE-37CECF92C70F}" dt="2026-03-10T12:30:46.137" v="190" actId="478"/>
          <ac:spMkLst>
            <pc:docMk/>
            <pc:sldMk cId="1130069357" sldId="281"/>
            <ac:spMk id="2" creationId="{5DEA5C10-007D-97BA-5F3C-9D4B6661CD6A}"/>
          </ac:spMkLst>
        </pc:spChg>
        <pc:spChg chg="add mod">
          <ac:chgData name="Celia Gutierrez" userId="df43f2c5498c01a2" providerId="LiveId" clId="{20D42F73-B7FA-46DD-88CE-37CECF92C70F}" dt="2026-03-10T15:14:32.953" v="1205" actId="1076"/>
          <ac:spMkLst>
            <pc:docMk/>
            <pc:sldMk cId="1130069357" sldId="281"/>
            <ac:spMk id="3" creationId="{47017616-4054-A03C-2CD3-7F70FF3A0EFC}"/>
          </ac:spMkLst>
        </pc:spChg>
        <pc:spChg chg="add mod ord">
          <ac:chgData name="Celia Gutierrez" userId="df43f2c5498c01a2" providerId="LiveId" clId="{20D42F73-B7FA-46DD-88CE-37CECF92C70F}" dt="2026-03-10T15:14:28.894" v="1204" actId="167"/>
          <ac:spMkLst>
            <pc:docMk/>
            <pc:sldMk cId="1130069357" sldId="281"/>
            <ac:spMk id="4" creationId="{E3EAED7A-B3FF-ACDB-7C73-E362A1D1E780}"/>
          </ac:spMkLst>
        </pc:spChg>
        <pc:spChg chg="del">
          <ac:chgData name="Celia Gutierrez" userId="df43f2c5498c01a2" providerId="LiveId" clId="{20D42F73-B7FA-46DD-88CE-37CECF92C70F}" dt="2026-03-10T15:14:26.587" v="1202" actId="478"/>
          <ac:spMkLst>
            <pc:docMk/>
            <pc:sldMk cId="1130069357" sldId="281"/>
            <ac:spMk id="5" creationId="{7F6925CB-B6DB-57D8-A06D-A5AE61108FAD}"/>
          </ac:spMkLst>
        </pc:spChg>
        <pc:spChg chg="mod">
          <ac:chgData name="Celia Gutierrez" userId="df43f2c5498c01a2" providerId="LiveId" clId="{20D42F73-B7FA-46DD-88CE-37CECF92C70F}" dt="2026-03-10T15:14:32.953" v="1205" actId="1076"/>
          <ac:spMkLst>
            <pc:docMk/>
            <pc:sldMk cId="1130069357" sldId="281"/>
            <ac:spMk id="6" creationId="{313C6F93-60EE-0A88-9F08-016E156FFC92}"/>
          </ac:spMkLst>
        </pc:spChg>
        <pc:spChg chg="add mod">
          <ac:chgData name="Celia Gutierrez" userId="df43f2c5498c01a2" providerId="LiveId" clId="{20D42F73-B7FA-46DD-88CE-37CECF92C70F}" dt="2026-03-10T16:35:15.909" v="2113" actId="403"/>
          <ac:spMkLst>
            <pc:docMk/>
            <pc:sldMk cId="1130069357" sldId="281"/>
            <ac:spMk id="10" creationId="{F24E4F13-D4F6-F76E-FA43-5151144C508B}"/>
          </ac:spMkLst>
        </pc:spChg>
        <pc:spChg chg="add mod">
          <ac:chgData name="Celia Gutierrez" userId="df43f2c5498c01a2" providerId="LiveId" clId="{20D42F73-B7FA-46DD-88CE-37CECF92C70F}" dt="2026-03-10T16:35:07.723" v="2110"/>
          <ac:spMkLst>
            <pc:docMk/>
            <pc:sldMk cId="1130069357" sldId="281"/>
            <ac:spMk id="13" creationId="{C06B1F79-16C6-9999-F801-AB24AF67BCA4}"/>
          </ac:spMkLst>
        </pc:spChg>
        <pc:spChg chg="add mod">
          <ac:chgData name="Celia Gutierrez" userId="df43f2c5498c01a2" providerId="LiveId" clId="{20D42F73-B7FA-46DD-88CE-37CECF92C70F}" dt="2026-03-10T16:35:07.723" v="2110"/>
          <ac:spMkLst>
            <pc:docMk/>
            <pc:sldMk cId="1130069357" sldId="281"/>
            <ac:spMk id="14" creationId="{9F173235-38CA-76DF-1F9A-E1644E8BEBD1}"/>
          </ac:spMkLst>
        </pc:spChg>
        <pc:spChg chg="add mod">
          <ac:chgData name="Celia Gutierrez" userId="df43f2c5498c01a2" providerId="LiveId" clId="{20D42F73-B7FA-46DD-88CE-37CECF92C70F}" dt="2026-03-10T16:35:07.723" v="2110"/>
          <ac:spMkLst>
            <pc:docMk/>
            <pc:sldMk cId="1130069357" sldId="281"/>
            <ac:spMk id="15" creationId="{E8E28E9F-AF3E-69A3-AA84-7CA3C18B13F0}"/>
          </ac:spMkLst>
        </pc:spChg>
        <pc:spChg chg="add mod">
          <ac:chgData name="Celia Gutierrez" userId="df43f2c5498c01a2" providerId="LiveId" clId="{20D42F73-B7FA-46DD-88CE-37CECF92C70F}" dt="2026-03-10T21:10:25.884" v="2863"/>
          <ac:spMkLst>
            <pc:docMk/>
            <pc:sldMk cId="1130069357" sldId="281"/>
            <ac:spMk id="16" creationId="{F8DB0EF1-98B4-6E3B-61D1-891866715D13}"/>
          </ac:spMkLst>
        </pc:spChg>
        <pc:graphicFrameChg chg="add del mod">
          <ac:chgData name="Celia Gutierrez" userId="df43f2c5498c01a2" providerId="LiveId" clId="{20D42F73-B7FA-46DD-88CE-37CECF92C70F}" dt="2026-03-10T16:33:30.727" v="2080" actId="478"/>
          <ac:graphicFrameMkLst>
            <pc:docMk/>
            <pc:sldMk cId="1130069357" sldId="281"/>
            <ac:graphicFrameMk id="7" creationId="{989FA8C2-F658-8DCF-00FB-A73E87D30202}"/>
          </ac:graphicFrameMkLst>
        </pc:graphicFrameChg>
        <pc:graphicFrameChg chg="add del mod">
          <ac:chgData name="Celia Gutierrez" userId="df43f2c5498c01a2" providerId="LiveId" clId="{20D42F73-B7FA-46DD-88CE-37CECF92C70F}" dt="2026-03-10T16:33:30.727" v="2080" actId="478"/>
          <ac:graphicFrameMkLst>
            <pc:docMk/>
            <pc:sldMk cId="1130069357" sldId="281"/>
            <ac:graphicFrameMk id="8" creationId="{8E9612C5-31D6-1BE8-6A9A-B913EEF7C5B1}"/>
          </ac:graphicFrameMkLst>
        </pc:graphicFrameChg>
        <pc:graphicFrameChg chg="add mod modGraphic">
          <ac:chgData name="Celia Gutierrez" userId="df43f2c5498c01a2" providerId="LiveId" clId="{20D42F73-B7FA-46DD-88CE-37CECF92C70F}" dt="2026-03-10T16:34:13.793" v="2094"/>
          <ac:graphicFrameMkLst>
            <pc:docMk/>
            <pc:sldMk cId="1130069357" sldId="281"/>
            <ac:graphicFrameMk id="11" creationId="{CBFA9FE4-1D29-B873-FA5D-D7DE9C035E94}"/>
          </ac:graphicFrameMkLst>
        </pc:graphicFrameChg>
        <pc:graphicFrameChg chg="add mod modGraphic">
          <ac:chgData name="Celia Gutierrez" userId="df43f2c5498c01a2" providerId="LiveId" clId="{20D42F73-B7FA-46DD-88CE-37CECF92C70F}" dt="2026-03-10T16:34:55.102" v="2109" actId="1076"/>
          <ac:graphicFrameMkLst>
            <pc:docMk/>
            <pc:sldMk cId="1130069357" sldId="281"/>
            <ac:graphicFrameMk id="12" creationId="{F006D7FF-AF86-E9D9-74AD-F38471AFEFD3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6.691" v="2864"/>
        <pc:sldMkLst>
          <pc:docMk/>
          <pc:sldMk cId="3648550322" sldId="282"/>
        </pc:sldMkLst>
        <pc:spChg chg="del">
          <ac:chgData name="Celia Gutierrez" userId="df43f2c5498c01a2" providerId="LiveId" clId="{20D42F73-B7FA-46DD-88CE-37CECF92C70F}" dt="2026-03-10T15:14:35.490" v="1206" actId="478"/>
          <ac:spMkLst>
            <pc:docMk/>
            <pc:sldMk cId="3648550322" sldId="282"/>
            <ac:spMk id="2" creationId="{D2C145F4-9881-8ED5-92B6-FF58A0149E51}"/>
          </ac:spMkLst>
        </pc:spChg>
        <pc:spChg chg="mod">
          <ac:chgData name="Celia Gutierrez" userId="df43f2c5498c01a2" providerId="LiveId" clId="{20D42F73-B7FA-46DD-88CE-37CECF92C70F}" dt="2026-03-10T15:14:41.559" v="1209" actId="1076"/>
          <ac:spMkLst>
            <pc:docMk/>
            <pc:sldMk cId="3648550322" sldId="282"/>
            <ac:spMk id="3" creationId="{DE65BA39-A939-B405-C60C-D545C7AABF80}"/>
          </ac:spMkLst>
        </pc:spChg>
        <pc:spChg chg="del">
          <ac:chgData name="Celia Gutierrez" userId="df43f2c5498c01a2" providerId="LiveId" clId="{20D42F73-B7FA-46DD-88CE-37CECF92C70F}" dt="2026-03-10T12:30:49.797" v="192" actId="478"/>
          <ac:spMkLst>
            <pc:docMk/>
            <pc:sldMk cId="3648550322" sldId="282"/>
            <ac:spMk id="4" creationId="{7E1F3588-CEA9-CAF1-6581-39D04C31077D}"/>
          </ac:spMkLst>
        </pc:spChg>
        <pc:spChg chg="add mod">
          <ac:chgData name="Celia Gutierrez" userId="df43f2c5498c01a2" providerId="LiveId" clId="{20D42F73-B7FA-46DD-88CE-37CECF92C70F}" dt="2026-03-10T15:14:41.559" v="1209" actId="1076"/>
          <ac:spMkLst>
            <pc:docMk/>
            <pc:sldMk cId="3648550322" sldId="282"/>
            <ac:spMk id="5" creationId="{0D51BEC4-F006-B333-1455-B1585224F878}"/>
          </ac:spMkLst>
        </pc:spChg>
        <pc:spChg chg="add mod ord">
          <ac:chgData name="Celia Gutierrez" userId="df43f2c5498c01a2" providerId="LiveId" clId="{20D42F73-B7FA-46DD-88CE-37CECF92C70F}" dt="2026-03-10T15:14:37.710" v="1208" actId="167"/>
          <ac:spMkLst>
            <pc:docMk/>
            <pc:sldMk cId="3648550322" sldId="282"/>
            <ac:spMk id="6" creationId="{53A3453F-5BF8-4138-E607-E52CD87E08E4}"/>
          </ac:spMkLst>
        </pc:spChg>
        <pc:spChg chg="add mod">
          <ac:chgData name="Celia Gutierrez" userId="df43f2c5498c01a2" providerId="LiveId" clId="{20D42F73-B7FA-46DD-88CE-37CECF92C70F}" dt="2026-03-10T21:10:26.691" v="2864"/>
          <ac:spMkLst>
            <pc:docMk/>
            <pc:sldMk cId="3648550322" sldId="282"/>
            <ac:spMk id="11" creationId="{CE0F36B7-058F-7DA3-21DE-1F315B594E49}"/>
          </ac:spMkLst>
        </pc:spChg>
        <pc:graphicFrameChg chg="add del mod">
          <ac:chgData name="Celia Gutierrez" userId="df43f2c5498c01a2" providerId="LiveId" clId="{20D42F73-B7FA-46DD-88CE-37CECF92C70F}" dt="2026-03-10T16:35:37.319" v="2114" actId="478"/>
          <ac:graphicFrameMkLst>
            <pc:docMk/>
            <pc:sldMk cId="3648550322" sldId="282"/>
            <ac:graphicFrameMk id="7" creationId="{1830CF6E-DB0F-6AED-7E14-AD1DB023602D}"/>
          </ac:graphicFrameMkLst>
        </pc:graphicFrameChg>
        <pc:graphicFrameChg chg="add del mod">
          <ac:chgData name="Celia Gutierrez" userId="df43f2c5498c01a2" providerId="LiveId" clId="{20D42F73-B7FA-46DD-88CE-37CECF92C70F}" dt="2026-03-10T16:35:37.319" v="2114" actId="478"/>
          <ac:graphicFrameMkLst>
            <pc:docMk/>
            <pc:sldMk cId="3648550322" sldId="282"/>
            <ac:graphicFrameMk id="8" creationId="{F79BD012-78A2-BF55-04EE-2A194B4C48A4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9:49:00.614" v="2734" actId="478"/>
          <ac:graphicFrameMkLst>
            <pc:docMk/>
            <pc:sldMk cId="3648550322" sldId="282"/>
            <ac:graphicFrameMk id="9" creationId="{266E443D-8CF6-7448-D3A6-253F331271D5}"/>
          </ac:graphicFrameMkLst>
        </pc:graphicFrameChg>
        <pc:graphicFrameChg chg="add mod modGraphic">
          <ac:chgData name="Celia Gutierrez" userId="df43f2c5498c01a2" providerId="LiveId" clId="{20D42F73-B7FA-46DD-88CE-37CECF92C70F}" dt="2026-03-10T19:52:42.197" v="2746"/>
          <ac:graphicFrameMkLst>
            <pc:docMk/>
            <pc:sldMk cId="3648550322" sldId="282"/>
            <ac:graphicFrameMk id="10" creationId="{40AA1F7B-6237-2323-D6B0-A1153E452A0E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7.915" v="2865"/>
        <pc:sldMkLst>
          <pc:docMk/>
          <pc:sldMk cId="2237028268" sldId="283"/>
        </pc:sldMkLst>
        <pc:spChg chg="del">
          <ac:chgData name="Celia Gutierrez" userId="df43f2c5498c01a2" providerId="LiveId" clId="{20D42F73-B7FA-46DD-88CE-37CECF92C70F}" dt="2026-03-10T15:14:43.746" v="1210" actId="478"/>
          <ac:spMkLst>
            <pc:docMk/>
            <pc:sldMk cId="2237028268" sldId="283"/>
            <ac:spMk id="2" creationId="{8CE727F3-8376-7649-B43E-7DD8C335A492}"/>
          </ac:spMkLst>
        </pc:spChg>
        <pc:spChg chg="del mod">
          <ac:chgData name="Celia Gutierrez" userId="df43f2c5498c01a2" providerId="LiveId" clId="{20D42F73-B7FA-46DD-88CE-37CECF92C70F}" dt="2026-03-10T20:58:57.682" v="2787" actId="478"/>
          <ac:spMkLst>
            <pc:docMk/>
            <pc:sldMk cId="2237028268" sldId="283"/>
            <ac:spMk id="3" creationId="{CF54F00C-48B9-3610-E17A-2EEDBF3B8A33}"/>
          </ac:spMkLst>
        </pc:spChg>
        <pc:spChg chg="del">
          <ac:chgData name="Celia Gutierrez" userId="df43f2c5498c01a2" providerId="LiveId" clId="{20D42F73-B7FA-46DD-88CE-37CECF92C70F}" dt="2026-03-10T12:30:54.074" v="194" actId="478"/>
          <ac:spMkLst>
            <pc:docMk/>
            <pc:sldMk cId="2237028268" sldId="283"/>
            <ac:spMk id="4" creationId="{2995DD83-1A43-DA76-8468-26FF26EB45C7}"/>
          </ac:spMkLst>
        </pc:spChg>
        <pc:spChg chg="add mod">
          <ac:chgData name="Celia Gutierrez" userId="df43f2c5498c01a2" providerId="LiveId" clId="{20D42F73-B7FA-46DD-88CE-37CECF92C70F}" dt="2026-03-10T15:14:49.894" v="1213" actId="1076"/>
          <ac:spMkLst>
            <pc:docMk/>
            <pc:sldMk cId="2237028268" sldId="283"/>
            <ac:spMk id="5" creationId="{0CAD25A3-4BC2-334B-1765-874B04A3BAB7}"/>
          </ac:spMkLst>
        </pc:spChg>
        <pc:spChg chg="add mod ord">
          <ac:chgData name="Celia Gutierrez" userId="df43f2c5498c01a2" providerId="LiveId" clId="{20D42F73-B7FA-46DD-88CE-37CECF92C70F}" dt="2026-03-10T15:14:45.723" v="1212" actId="167"/>
          <ac:spMkLst>
            <pc:docMk/>
            <pc:sldMk cId="2237028268" sldId="283"/>
            <ac:spMk id="6" creationId="{B3D13E53-8B08-0F34-8F50-218064C3D1BA}"/>
          </ac:spMkLst>
        </pc:spChg>
        <pc:spChg chg="add mod">
          <ac:chgData name="Celia Gutierrez" userId="df43f2c5498c01a2" providerId="LiveId" clId="{20D42F73-B7FA-46DD-88CE-37CECF92C70F}" dt="2026-03-10T20:59:09.017" v="2788"/>
          <ac:spMkLst>
            <pc:docMk/>
            <pc:sldMk cId="2237028268" sldId="283"/>
            <ac:spMk id="8" creationId="{D432D9EC-C88A-598A-AB28-074B733F3772}"/>
          </ac:spMkLst>
        </pc:spChg>
        <pc:spChg chg="add mod">
          <ac:chgData name="Celia Gutierrez" userId="df43f2c5498c01a2" providerId="LiveId" clId="{20D42F73-B7FA-46DD-88CE-37CECF92C70F}" dt="2026-03-10T21:10:27.915" v="2865"/>
          <ac:spMkLst>
            <pc:docMk/>
            <pc:sldMk cId="2237028268" sldId="283"/>
            <ac:spMk id="9" creationId="{2FFBD4E7-69C9-325F-9064-EBCE18A15A54}"/>
          </ac:spMkLst>
        </pc:spChg>
        <pc:graphicFrameChg chg="add mod modGraphic">
          <ac:chgData name="Celia Gutierrez" userId="df43f2c5498c01a2" providerId="LiveId" clId="{20D42F73-B7FA-46DD-88CE-37CECF92C70F}" dt="2026-03-10T20:59:35.111" v="2791" actId="1076"/>
          <ac:graphicFrameMkLst>
            <pc:docMk/>
            <pc:sldMk cId="2237028268" sldId="283"/>
            <ac:graphicFrameMk id="7" creationId="{9C52C6BA-D036-283C-4698-5CB2F1138AEC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8.823" v="2866"/>
        <pc:sldMkLst>
          <pc:docMk/>
          <pc:sldMk cId="271171773" sldId="284"/>
        </pc:sldMkLst>
        <pc:spChg chg="del">
          <ac:chgData name="Celia Gutierrez" userId="df43f2c5498c01a2" providerId="LiveId" clId="{20D42F73-B7FA-46DD-88CE-37CECF92C70F}" dt="2026-03-10T15:14:53.186" v="1214" actId="478"/>
          <ac:spMkLst>
            <pc:docMk/>
            <pc:sldMk cId="271171773" sldId="284"/>
            <ac:spMk id="2" creationId="{FD4428AD-0841-4D12-EBCD-5F00426F5D00}"/>
          </ac:spMkLst>
        </pc:spChg>
        <pc:spChg chg="mod">
          <ac:chgData name="Celia Gutierrez" userId="df43f2c5498c01a2" providerId="LiveId" clId="{20D42F73-B7FA-46DD-88CE-37CECF92C70F}" dt="2026-03-10T15:15:03.862" v="1219" actId="1076"/>
          <ac:spMkLst>
            <pc:docMk/>
            <pc:sldMk cId="271171773" sldId="284"/>
            <ac:spMk id="3" creationId="{635A2921-F63D-F9BA-FEAF-43B9B36F53BE}"/>
          </ac:spMkLst>
        </pc:spChg>
        <pc:spChg chg="del">
          <ac:chgData name="Celia Gutierrez" userId="df43f2c5498c01a2" providerId="LiveId" clId="{20D42F73-B7FA-46DD-88CE-37CECF92C70F}" dt="2026-03-10T12:30:58.561" v="196" actId="478"/>
          <ac:spMkLst>
            <pc:docMk/>
            <pc:sldMk cId="271171773" sldId="284"/>
            <ac:spMk id="4" creationId="{913D4830-43E4-093A-2B6D-37E5259C51CD}"/>
          </ac:spMkLst>
        </pc:spChg>
        <pc:spChg chg="add mod">
          <ac:chgData name="Celia Gutierrez" userId="df43f2c5498c01a2" providerId="LiveId" clId="{20D42F73-B7FA-46DD-88CE-37CECF92C70F}" dt="2026-03-10T15:15:03.862" v="1219" actId="1076"/>
          <ac:spMkLst>
            <pc:docMk/>
            <pc:sldMk cId="271171773" sldId="284"/>
            <ac:spMk id="5" creationId="{E4FD6FD4-4EFD-0402-3F47-2271A85AB396}"/>
          </ac:spMkLst>
        </pc:spChg>
        <pc:spChg chg="add mod ord">
          <ac:chgData name="Celia Gutierrez" userId="df43f2c5498c01a2" providerId="LiveId" clId="{20D42F73-B7FA-46DD-88CE-37CECF92C70F}" dt="2026-03-10T15:15:00.108" v="1218" actId="1076"/>
          <ac:spMkLst>
            <pc:docMk/>
            <pc:sldMk cId="271171773" sldId="284"/>
            <ac:spMk id="6" creationId="{211CE06B-DD2A-E194-CD49-374C836A395E}"/>
          </ac:spMkLst>
        </pc:spChg>
        <pc:spChg chg="add mod">
          <ac:chgData name="Celia Gutierrez" userId="df43f2c5498c01a2" providerId="LiveId" clId="{20D42F73-B7FA-46DD-88CE-37CECF92C70F}" dt="2026-03-10T21:10:28.823" v="2866"/>
          <ac:spMkLst>
            <pc:docMk/>
            <pc:sldMk cId="271171773" sldId="284"/>
            <ac:spMk id="8" creationId="{10D2518A-A3B3-6E03-449C-976A020ACC89}"/>
          </ac:spMkLst>
        </pc:spChg>
        <pc:graphicFrameChg chg="add mod modGraphic">
          <ac:chgData name="Celia Gutierrez" userId="df43f2c5498c01a2" providerId="LiveId" clId="{20D42F73-B7FA-46DD-88CE-37CECF92C70F}" dt="2026-03-10T18:43:28.861" v="2412" actId="113"/>
          <ac:graphicFrameMkLst>
            <pc:docMk/>
            <pc:sldMk cId="271171773" sldId="284"/>
            <ac:graphicFrameMk id="7" creationId="{7F8E1109-81B4-6A46-A722-84D87408DE6C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29.979" v="2867"/>
        <pc:sldMkLst>
          <pc:docMk/>
          <pc:sldMk cId="4092668349" sldId="285"/>
        </pc:sldMkLst>
        <pc:spChg chg="add mod">
          <ac:chgData name="Celia Gutierrez" userId="df43f2c5498c01a2" providerId="LiveId" clId="{20D42F73-B7FA-46DD-88CE-37CECF92C70F}" dt="2026-03-10T13:40:05.668" v="786" actId="20577"/>
          <ac:spMkLst>
            <pc:docMk/>
            <pc:sldMk cId="4092668349" sldId="285"/>
            <ac:spMk id="3" creationId="{30E296E4-61A1-A073-556E-E1A915A7FF37}"/>
          </ac:spMkLst>
        </pc:spChg>
        <pc:spChg chg="add mod ord">
          <ac:chgData name="Celia Gutierrez" userId="df43f2c5498c01a2" providerId="LiveId" clId="{20D42F73-B7FA-46DD-88CE-37CECF92C70F}" dt="2026-03-10T15:15:09.026" v="1222" actId="167"/>
          <ac:spMkLst>
            <pc:docMk/>
            <pc:sldMk cId="4092668349" sldId="285"/>
            <ac:spMk id="4" creationId="{4D54C48B-0E53-B652-2ECE-E9185E6FDEBA}"/>
          </ac:spMkLst>
        </pc:spChg>
        <pc:spChg chg="del">
          <ac:chgData name="Celia Gutierrez" userId="df43f2c5498c01a2" providerId="LiveId" clId="{20D42F73-B7FA-46DD-88CE-37CECF92C70F}" dt="2026-03-10T15:15:06.483" v="1220" actId="478"/>
          <ac:spMkLst>
            <pc:docMk/>
            <pc:sldMk cId="4092668349" sldId="285"/>
            <ac:spMk id="5" creationId="{5EAEB38E-1E72-1EC2-A21F-F6CBBD03CBC4}"/>
          </ac:spMkLst>
        </pc:spChg>
        <pc:spChg chg="mod">
          <ac:chgData name="Celia Gutierrez" userId="df43f2c5498c01a2" providerId="LiveId" clId="{20D42F73-B7FA-46DD-88CE-37CECF92C70F}" dt="2026-03-10T15:15:15.019" v="1223" actId="1076"/>
          <ac:spMkLst>
            <pc:docMk/>
            <pc:sldMk cId="4092668349" sldId="285"/>
            <ac:spMk id="6" creationId="{C412AF5B-2CBA-8D85-A25A-82A9B1D000A5}"/>
          </ac:spMkLst>
        </pc:spChg>
        <pc:spChg chg="mod">
          <ac:chgData name="Celia Gutierrez" userId="df43f2c5498c01a2" providerId="LiveId" clId="{20D42F73-B7FA-46DD-88CE-37CECF92C70F}" dt="2026-03-10T15:15:15.019" v="1223" actId="1076"/>
          <ac:spMkLst>
            <pc:docMk/>
            <pc:sldMk cId="4092668349" sldId="285"/>
            <ac:spMk id="7" creationId="{A7AE8248-37BC-7483-D664-B12B6A41B307}"/>
          </ac:spMkLst>
        </pc:spChg>
        <pc:spChg chg="add mod">
          <ac:chgData name="Celia Gutierrez" userId="df43f2c5498c01a2" providerId="LiveId" clId="{20D42F73-B7FA-46DD-88CE-37CECF92C70F}" dt="2026-03-10T21:10:29.979" v="2867"/>
          <ac:spMkLst>
            <pc:docMk/>
            <pc:sldMk cId="4092668349" sldId="285"/>
            <ac:spMk id="8" creationId="{C33B8164-B2FA-6763-6059-72C350C99FD4}"/>
          </ac:spMkLst>
        </pc:spChg>
      </pc:sldChg>
      <pc:sldChg chg="addSp delSp modSp add mod">
        <pc:chgData name="Celia Gutierrez" userId="df43f2c5498c01a2" providerId="LiveId" clId="{20D42F73-B7FA-46DD-88CE-37CECF92C70F}" dt="2026-03-10T21:10:30.570" v="2868"/>
        <pc:sldMkLst>
          <pc:docMk/>
          <pc:sldMk cId="1842065265" sldId="286"/>
        </pc:sldMkLst>
        <pc:spChg chg="add mod">
          <ac:chgData name="Celia Gutierrez" userId="df43f2c5498c01a2" providerId="LiveId" clId="{20D42F73-B7FA-46DD-88CE-37CECF92C70F}" dt="2026-03-10T15:15:35.653" v="1228" actId="1076"/>
          <ac:spMkLst>
            <pc:docMk/>
            <pc:sldMk cId="1842065265" sldId="286"/>
            <ac:spMk id="2" creationId="{58071953-D1A9-6291-C7D1-8A646C15F57F}"/>
          </ac:spMkLst>
        </pc:spChg>
        <pc:spChg chg="del mod">
          <ac:chgData name="Celia Gutierrez" userId="df43f2c5498c01a2" providerId="LiveId" clId="{20D42F73-B7FA-46DD-88CE-37CECF92C70F}" dt="2026-03-10T15:15:31.624" v="1227" actId="478"/>
          <ac:spMkLst>
            <pc:docMk/>
            <pc:sldMk cId="1842065265" sldId="286"/>
            <ac:spMk id="3" creationId="{A8EBD011-C640-8650-6A1B-C3034B0F4614}"/>
          </ac:spMkLst>
        </pc:spChg>
        <pc:spChg chg="add mod ord">
          <ac:chgData name="Celia Gutierrez" userId="df43f2c5498c01a2" providerId="LiveId" clId="{20D42F73-B7FA-46DD-88CE-37CECF92C70F}" dt="2026-03-10T15:15:20.483" v="1226" actId="167"/>
          <ac:spMkLst>
            <pc:docMk/>
            <pc:sldMk cId="1842065265" sldId="286"/>
            <ac:spMk id="4" creationId="{E6FC4C2D-4034-ECE0-0055-C60002814CD0}"/>
          </ac:spMkLst>
        </pc:spChg>
        <pc:spChg chg="del">
          <ac:chgData name="Celia Gutierrez" userId="df43f2c5498c01a2" providerId="LiveId" clId="{20D42F73-B7FA-46DD-88CE-37CECF92C70F}" dt="2026-03-10T15:15:18.546" v="1224" actId="478"/>
          <ac:spMkLst>
            <pc:docMk/>
            <pc:sldMk cId="1842065265" sldId="286"/>
            <ac:spMk id="5" creationId="{6F8C40D2-68E6-15EB-26FD-9B06666E9169}"/>
          </ac:spMkLst>
        </pc:spChg>
        <pc:spChg chg="mod">
          <ac:chgData name="Celia Gutierrez" userId="df43f2c5498c01a2" providerId="LiveId" clId="{20D42F73-B7FA-46DD-88CE-37CECF92C70F}" dt="2026-03-10T15:15:35.653" v="1228" actId="1076"/>
          <ac:spMkLst>
            <pc:docMk/>
            <pc:sldMk cId="1842065265" sldId="286"/>
            <ac:spMk id="6" creationId="{36AF8958-F3DA-4395-5324-C2C57D6C6B93}"/>
          </ac:spMkLst>
        </pc:spChg>
        <pc:spChg chg="add mod">
          <ac:chgData name="Celia Gutierrez" userId="df43f2c5498c01a2" providerId="LiveId" clId="{20D42F73-B7FA-46DD-88CE-37CECF92C70F}" dt="2026-03-10T16:56:31.901" v="2198" actId="1076"/>
          <ac:spMkLst>
            <pc:docMk/>
            <pc:sldMk cId="1842065265" sldId="286"/>
            <ac:spMk id="13" creationId="{AC40AAE7-1DA1-592F-AF44-CF2A0F866D15}"/>
          </ac:spMkLst>
        </pc:spChg>
        <pc:spChg chg="add mod">
          <ac:chgData name="Celia Gutierrez" userId="df43f2c5498c01a2" providerId="LiveId" clId="{20D42F73-B7FA-46DD-88CE-37CECF92C70F}" dt="2026-03-10T16:05:19.703" v="1704"/>
          <ac:spMkLst>
            <pc:docMk/>
            <pc:sldMk cId="1842065265" sldId="286"/>
            <ac:spMk id="14" creationId="{21772E65-C24D-EC6E-24BC-269EF7A2BF7F}"/>
          </ac:spMkLst>
        </pc:spChg>
        <pc:spChg chg="add mod">
          <ac:chgData name="Celia Gutierrez" userId="df43f2c5498c01a2" providerId="LiveId" clId="{20D42F73-B7FA-46DD-88CE-37CECF92C70F}" dt="2026-03-10T16:05:19.703" v="1704"/>
          <ac:spMkLst>
            <pc:docMk/>
            <pc:sldMk cId="1842065265" sldId="286"/>
            <ac:spMk id="15" creationId="{BA4AC866-CCA4-BF45-AB61-75618D1144F6}"/>
          </ac:spMkLst>
        </pc:spChg>
        <pc:spChg chg="add mod">
          <ac:chgData name="Celia Gutierrez" userId="df43f2c5498c01a2" providerId="LiveId" clId="{20D42F73-B7FA-46DD-88CE-37CECF92C70F}" dt="2026-03-10T16:05:19.703" v="1704"/>
          <ac:spMkLst>
            <pc:docMk/>
            <pc:sldMk cId="1842065265" sldId="286"/>
            <ac:spMk id="16" creationId="{F8713B73-676E-61CF-9652-D05ED1AD6DE5}"/>
          </ac:spMkLst>
        </pc:spChg>
        <pc:spChg chg="add mod">
          <ac:chgData name="Celia Gutierrez" userId="df43f2c5498c01a2" providerId="LiveId" clId="{20D42F73-B7FA-46DD-88CE-37CECF92C70F}" dt="2026-03-10T16:05:19.703" v="1704"/>
          <ac:spMkLst>
            <pc:docMk/>
            <pc:sldMk cId="1842065265" sldId="286"/>
            <ac:spMk id="17" creationId="{B15E35E9-EE3B-8828-CFDC-12A9E06777E8}"/>
          </ac:spMkLst>
        </pc:spChg>
        <pc:spChg chg="add mod">
          <ac:chgData name="Celia Gutierrez" userId="df43f2c5498c01a2" providerId="LiveId" clId="{20D42F73-B7FA-46DD-88CE-37CECF92C70F}" dt="2026-03-10T16:11:17.539" v="1753" actId="1076"/>
          <ac:spMkLst>
            <pc:docMk/>
            <pc:sldMk cId="1842065265" sldId="286"/>
            <ac:spMk id="18" creationId="{4E46FA8B-B946-4716-0BB2-ED61A3076992}"/>
          </ac:spMkLst>
        </pc:spChg>
        <pc:spChg chg="add mod">
          <ac:chgData name="Celia Gutierrez" userId="df43f2c5498c01a2" providerId="LiveId" clId="{20D42F73-B7FA-46DD-88CE-37CECF92C70F}" dt="2026-03-10T21:10:30.570" v="2868"/>
          <ac:spMkLst>
            <pc:docMk/>
            <pc:sldMk cId="1842065265" sldId="286"/>
            <ac:spMk id="20" creationId="{43C200D1-1CF0-A4E5-4B55-51BC800ECE58}"/>
          </ac:spMkLst>
        </pc:spChg>
        <pc:graphicFrameChg chg="add del mod">
          <ac:chgData name="Celia Gutierrez" userId="df43f2c5498c01a2" providerId="LiveId" clId="{20D42F73-B7FA-46DD-88CE-37CECF92C70F}" dt="2026-03-10T15:24:34.720" v="1346" actId="478"/>
          <ac:graphicFrameMkLst>
            <pc:docMk/>
            <pc:sldMk cId="1842065265" sldId="286"/>
            <ac:graphicFrameMk id="7" creationId="{826A18B1-C481-3D63-E437-E31D094724CE}"/>
          </ac:graphicFrameMkLst>
        </pc:graphicFrameChg>
        <pc:graphicFrameChg chg="add mod modGraphic">
          <ac:chgData name="Celia Gutierrez" userId="df43f2c5498c01a2" providerId="LiveId" clId="{20D42F73-B7FA-46DD-88CE-37CECF92C70F}" dt="2026-03-10T16:55:52.866" v="2184" actId="1037"/>
          <ac:graphicFrameMkLst>
            <pc:docMk/>
            <pc:sldMk cId="1842065265" sldId="286"/>
            <ac:graphicFrameMk id="8" creationId="{3B8BB8DF-DFFF-F2FD-477D-746012BF4E24}"/>
          </ac:graphicFrameMkLst>
        </pc:graphicFrameChg>
        <pc:graphicFrameChg chg="add mod modGraphic">
          <ac:chgData name="Celia Gutierrez" userId="df43f2c5498c01a2" providerId="LiveId" clId="{20D42F73-B7FA-46DD-88CE-37CECF92C70F}" dt="2026-03-10T16:55:56.769" v="2188" actId="1037"/>
          <ac:graphicFrameMkLst>
            <pc:docMk/>
            <pc:sldMk cId="1842065265" sldId="286"/>
            <ac:graphicFrameMk id="9" creationId="{BE11A866-DF22-48E7-8D98-01E79D24D760}"/>
          </ac:graphicFrameMkLst>
        </pc:graphicFrameChg>
        <pc:graphicFrameChg chg="add mod modGraphic">
          <ac:chgData name="Celia Gutierrez" userId="df43f2c5498c01a2" providerId="LiveId" clId="{20D42F73-B7FA-46DD-88CE-37CECF92C70F}" dt="2026-03-10T16:55:56.769" v="2188" actId="1037"/>
          <ac:graphicFrameMkLst>
            <pc:docMk/>
            <pc:sldMk cId="1842065265" sldId="286"/>
            <ac:graphicFrameMk id="10" creationId="{DD194C33-0FFA-E9BE-4DD2-2CFA12854F96}"/>
          </ac:graphicFrameMkLst>
        </pc:graphicFrameChg>
        <pc:graphicFrameChg chg="add mod modGraphic">
          <ac:chgData name="Celia Gutierrez" userId="df43f2c5498c01a2" providerId="LiveId" clId="{20D42F73-B7FA-46DD-88CE-37CECF92C70F}" dt="2026-03-10T16:50:28.455" v="2166"/>
          <ac:graphicFrameMkLst>
            <pc:docMk/>
            <pc:sldMk cId="1842065265" sldId="286"/>
            <ac:graphicFrameMk id="11" creationId="{8EC11B65-AD54-AB19-E90E-6A53CD402260}"/>
          </ac:graphicFrameMkLst>
        </pc:graphicFrameChg>
        <pc:graphicFrameChg chg="add mod modGraphic">
          <ac:chgData name="Celia Gutierrez" userId="df43f2c5498c01a2" providerId="LiveId" clId="{20D42F73-B7FA-46DD-88CE-37CECF92C70F}" dt="2026-03-10T16:56:19.504" v="2193"/>
          <ac:graphicFrameMkLst>
            <pc:docMk/>
            <pc:sldMk cId="1842065265" sldId="286"/>
            <ac:graphicFrameMk id="19" creationId="{158ABDE2-5D87-6E24-B39B-053381C8767D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31.254" v="2869"/>
        <pc:sldMkLst>
          <pc:docMk/>
          <pc:sldMk cId="1176164616" sldId="287"/>
        </pc:sldMkLst>
        <pc:spChg chg="add mod">
          <ac:chgData name="Celia Gutierrez" userId="df43f2c5498c01a2" providerId="LiveId" clId="{20D42F73-B7FA-46DD-88CE-37CECF92C70F}" dt="2026-03-10T15:15:43.755" v="1232" actId="1076"/>
          <ac:spMkLst>
            <pc:docMk/>
            <pc:sldMk cId="1176164616" sldId="287"/>
            <ac:spMk id="2" creationId="{0E8F6E4F-E6B0-EE83-C194-BCA690310914}"/>
          </ac:spMkLst>
        </pc:spChg>
        <pc:spChg chg="del">
          <ac:chgData name="Celia Gutierrez" userId="df43f2c5498c01a2" providerId="LiveId" clId="{20D42F73-B7FA-46DD-88CE-37CECF92C70F}" dt="2026-03-10T12:31:40.915" v="240" actId="478"/>
          <ac:spMkLst>
            <pc:docMk/>
            <pc:sldMk cId="1176164616" sldId="287"/>
            <ac:spMk id="3" creationId="{1CE31286-1C7B-5722-0DB8-49B09D46D53B}"/>
          </ac:spMkLst>
        </pc:spChg>
        <pc:spChg chg="add mod ord">
          <ac:chgData name="Celia Gutierrez" userId="df43f2c5498c01a2" providerId="LiveId" clId="{20D42F73-B7FA-46DD-88CE-37CECF92C70F}" dt="2026-03-10T15:15:40.387" v="1231" actId="167"/>
          <ac:spMkLst>
            <pc:docMk/>
            <pc:sldMk cId="1176164616" sldId="287"/>
            <ac:spMk id="4" creationId="{F623FED9-F4CC-23B8-498D-65707D07B81E}"/>
          </ac:spMkLst>
        </pc:spChg>
        <pc:spChg chg="del">
          <ac:chgData name="Celia Gutierrez" userId="df43f2c5498c01a2" providerId="LiveId" clId="{20D42F73-B7FA-46DD-88CE-37CECF92C70F}" dt="2026-03-10T15:15:38.040" v="1229" actId="478"/>
          <ac:spMkLst>
            <pc:docMk/>
            <pc:sldMk cId="1176164616" sldId="287"/>
            <ac:spMk id="5" creationId="{2F581D4F-E341-59F8-F9FC-E1D44059E3DA}"/>
          </ac:spMkLst>
        </pc:spChg>
        <pc:spChg chg="mod">
          <ac:chgData name="Celia Gutierrez" userId="df43f2c5498c01a2" providerId="LiveId" clId="{20D42F73-B7FA-46DD-88CE-37CECF92C70F}" dt="2026-03-10T15:15:43.755" v="1232" actId="1076"/>
          <ac:spMkLst>
            <pc:docMk/>
            <pc:sldMk cId="1176164616" sldId="287"/>
            <ac:spMk id="6" creationId="{B19F454C-6457-C0CD-E00B-6E4E788F59F5}"/>
          </ac:spMkLst>
        </pc:spChg>
        <pc:spChg chg="add del mod">
          <ac:chgData name="Celia Gutierrez" userId="df43f2c5498c01a2" providerId="LiveId" clId="{20D42F73-B7FA-46DD-88CE-37CECF92C70F}" dt="2026-03-10T15:26:28.454" v="1356" actId="478"/>
          <ac:spMkLst>
            <pc:docMk/>
            <pc:sldMk cId="1176164616" sldId="287"/>
            <ac:spMk id="8" creationId="{E6E5343D-C4A3-6D3B-7D99-E0C7FB09897A}"/>
          </ac:spMkLst>
        </pc:spChg>
        <pc:spChg chg="add mod">
          <ac:chgData name="Celia Gutierrez" userId="df43f2c5498c01a2" providerId="LiveId" clId="{20D42F73-B7FA-46DD-88CE-37CECF92C70F}" dt="2026-03-10T16:57:50.638" v="2224" actId="1076"/>
          <ac:spMkLst>
            <pc:docMk/>
            <pc:sldMk cId="1176164616" sldId="287"/>
            <ac:spMk id="11" creationId="{1D73423C-C3A9-704D-CAC4-90341D3EE4F4}"/>
          </ac:spMkLst>
        </pc:spChg>
        <pc:spChg chg="add mod">
          <ac:chgData name="Celia Gutierrez" userId="df43f2c5498c01a2" providerId="LiveId" clId="{20D42F73-B7FA-46DD-88CE-37CECF92C70F}" dt="2026-03-10T16:57:47.228" v="2223"/>
          <ac:spMkLst>
            <pc:docMk/>
            <pc:sldMk cId="1176164616" sldId="287"/>
            <ac:spMk id="12" creationId="{1400F624-E6FA-134E-6CD5-B6ED76F35589}"/>
          </ac:spMkLst>
        </pc:spChg>
        <pc:spChg chg="add mod">
          <ac:chgData name="Celia Gutierrez" userId="df43f2c5498c01a2" providerId="LiveId" clId="{20D42F73-B7FA-46DD-88CE-37CECF92C70F}" dt="2026-03-10T16:57:47.228" v="2223"/>
          <ac:spMkLst>
            <pc:docMk/>
            <pc:sldMk cId="1176164616" sldId="287"/>
            <ac:spMk id="13" creationId="{3943196F-D53A-58DA-CE7A-781C376F56A1}"/>
          </ac:spMkLst>
        </pc:spChg>
        <pc:spChg chg="add mod">
          <ac:chgData name="Celia Gutierrez" userId="df43f2c5498c01a2" providerId="LiveId" clId="{20D42F73-B7FA-46DD-88CE-37CECF92C70F}" dt="2026-03-10T16:57:47.228" v="2223"/>
          <ac:spMkLst>
            <pc:docMk/>
            <pc:sldMk cId="1176164616" sldId="287"/>
            <ac:spMk id="14" creationId="{B7F1E9EE-78B0-6F6F-3BDB-0C8A8A549CF9}"/>
          </ac:spMkLst>
        </pc:spChg>
        <pc:spChg chg="add mod">
          <ac:chgData name="Celia Gutierrez" userId="df43f2c5498c01a2" providerId="LiveId" clId="{20D42F73-B7FA-46DD-88CE-37CECF92C70F}" dt="2026-03-10T21:10:31.254" v="2869"/>
          <ac:spMkLst>
            <pc:docMk/>
            <pc:sldMk cId="1176164616" sldId="287"/>
            <ac:spMk id="15" creationId="{EF0F9157-A2F8-9954-952A-8193C8D80B1A}"/>
          </ac:spMkLst>
        </pc:spChg>
        <pc:graphicFrameChg chg="add mod modGraphic">
          <ac:chgData name="Celia Gutierrez" userId="df43f2c5498c01a2" providerId="LiveId" clId="{20D42F73-B7FA-46DD-88CE-37CECF92C70F}" dt="2026-03-10T16:57:25.254" v="2219" actId="14734"/>
          <ac:graphicFrameMkLst>
            <pc:docMk/>
            <pc:sldMk cId="1176164616" sldId="287"/>
            <ac:graphicFrameMk id="7" creationId="{FC19F692-CB9C-F4FA-7321-75064EAF75B5}"/>
          </ac:graphicFrameMkLst>
        </pc:graphicFrameChg>
        <pc:graphicFrameChg chg="add mod modGraphic">
          <ac:chgData name="Celia Gutierrez" userId="df43f2c5498c01a2" providerId="LiveId" clId="{20D42F73-B7FA-46DD-88CE-37CECF92C70F}" dt="2026-03-10T16:57:31.426" v="2221" actId="14100"/>
          <ac:graphicFrameMkLst>
            <pc:docMk/>
            <pc:sldMk cId="1176164616" sldId="287"/>
            <ac:graphicFrameMk id="9" creationId="{7D489A89-E929-F67B-D58E-2D7AF881C3F1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32.029" v="2870"/>
        <pc:sldMkLst>
          <pc:docMk/>
          <pc:sldMk cId="566808580" sldId="288"/>
        </pc:sldMkLst>
        <pc:spChg chg="del">
          <ac:chgData name="Celia Gutierrez" userId="df43f2c5498c01a2" providerId="LiveId" clId="{20D42F73-B7FA-46DD-88CE-37CECF92C70F}" dt="2026-03-10T15:15:46.079" v="1233" actId="478"/>
          <ac:spMkLst>
            <pc:docMk/>
            <pc:sldMk cId="566808580" sldId="288"/>
            <ac:spMk id="2" creationId="{C45369C1-5ECF-A348-33B1-C103DD1943BE}"/>
          </ac:spMkLst>
        </pc:spChg>
        <pc:spChg chg="mod">
          <ac:chgData name="Celia Gutierrez" userId="df43f2c5498c01a2" providerId="LiveId" clId="{20D42F73-B7FA-46DD-88CE-37CECF92C70F}" dt="2026-03-10T15:15:53.710" v="1237" actId="1076"/>
          <ac:spMkLst>
            <pc:docMk/>
            <pc:sldMk cId="566808580" sldId="288"/>
            <ac:spMk id="3" creationId="{A4E4D716-61DF-8439-E9B8-96ED1253C940}"/>
          </ac:spMkLst>
        </pc:spChg>
        <pc:spChg chg="add mod">
          <ac:chgData name="Celia Gutierrez" userId="df43f2c5498c01a2" providerId="LiveId" clId="{20D42F73-B7FA-46DD-88CE-37CECF92C70F}" dt="2026-03-10T15:15:53.710" v="1237" actId="1076"/>
          <ac:spMkLst>
            <pc:docMk/>
            <pc:sldMk cId="566808580" sldId="288"/>
            <ac:spMk id="4" creationId="{6581747B-44A1-CF8E-F350-8D63360D6848}"/>
          </ac:spMkLst>
        </pc:spChg>
        <pc:spChg chg="del">
          <ac:chgData name="Celia Gutierrez" userId="df43f2c5498c01a2" providerId="LiveId" clId="{20D42F73-B7FA-46DD-88CE-37CECF92C70F}" dt="2026-03-10T12:31:31.739" v="238" actId="478"/>
          <ac:spMkLst>
            <pc:docMk/>
            <pc:sldMk cId="566808580" sldId="288"/>
            <ac:spMk id="5" creationId="{9AFD4E77-2627-C914-9B2F-1A09D804EDF4}"/>
          </ac:spMkLst>
        </pc:spChg>
        <pc:spChg chg="add mod ord">
          <ac:chgData name="Celia Gutierrez" userId="df43f2c5498c01a2" providerId="LiveId" clId="{20D42F73-B7FA-46DD-88CE-37CECF92C70F}" dt="2026-03-10T15:15:50.196" v="1236" actId="167"/>
          <ac:spMkLst>
            <pc:docMk/>
            <pc:sldMk cId="566808580" sldId="288"/>
            <ac:spMk id="6" creationId="{24F70EE8-26A7-AE0E-F249-0644D3F8C157}"/>
          </ac:spMkLst>
        </pc:spChg>
        <pc:spChg chg="add mod">
          <ac:chgData name="Celia Gutierrez" userId="df43f2c5498c01a2" providerId="LiveId" clId="{20D42F73-B7FA-46DD-88CE-37CECF92C70F}" dt="2026-03-10T21:10:32.029" v="2870"/>
          <ac:spMkLst>
            <pc:docMk/>
            <pc:sldMk cId="566808580" sldId="288"/>
            <ac:spMk id="11" creationId="{0735D095-6925-42D7-55F1-07B8C205E273}"/>
          </ac:spMkLst>
        </pc:spChg>
        <pc:graphicFrameChg chg="add del mod">
          <ac:chgData name="Celia Gutierrez" userId="df43f2c5498c01a2" providerId="LiveId" clId="{20D42F73-B7FA-46DD-88CE-37CECF92C70F}" dt="2026-03-10T16:57:58.464" v="2225" actId="478"/>
          <ac:graphicFrameMkLst>
            <pc:docMk/>
            <pc:sldMk cId="566808580" sldId="288"/>
            <ac:graphicFrameMk id="7" creationId="{13548D69-FFE2-FB85-E5D5-5204A1F21866}"/>
          </ac:graphicFrameMkLst>
        </pc:graphicFrameChg>
        <pc:graphicFrameChg chg="add del mod">
          <ac:chgData name="Celia Gutierrez" userId="df43f2c5498c01a2" providerId="LiveId" clId="{20D42F73-B7FA-46DD-88CE-37CECF92C70F}" dt="2026-03-10T16:57:58.464" v="2225" actId="478"/>
          <ac:graphicFrameMkLst>
            <pc:docMk/>
            <pc:sldMk cId="566808580" sldId="288"/>
            <ac:graphicFrameMk id="8" creationId="{84E2F9D4-24F8-2457-1743-45FFAF87B7E1}"/>
          </ac:graphicFrameMkLst>
        </pc:graphicFrameChg>
        <pc:graphicFrameChg chg="add del mod modGraphic">
          <ac:chgData name="Celia Gutierrez" userId="df43f2c5498c01a2" providerId="LiveId" clId="{20D42F73-B7FA-46DD-88CE-37CECF92C70F}" dt="2026-03-10T19:52:52.430" v="2747" actId="478"/>
          <ac:graphicFrameMkLst>
            <pc:docMk/>
            <pc:sldMk cId="566808580" sldId="288"/>
            <ac:graphicFrameMk id="9" creationId="{B0A1DEF3-8F93-1F11-3ACD-935AD7947C83}"/>
          </ac:graphicFrameMkLst>
        </pc:graphicFrameChg>
        <pc:graphicFrameChg chg="add mod modGraphic">
          <ac:chgData name="Celia Gutierrez" userId="df43f2c5498c01a2" providerId="LiveId" clId="{20D42F73-B7FA-46DD-88CE-37CECF92C70F}" dt="2026-03-10T19:56:40.977" v="2757" actId="207"/>
          <ac:graphicFrameMkLst>
            <pc:docMk/>
            <pc:sldMk cId="566808580" sldId="288"/>
            <ac:graphicFrameMk id="10" creationId="{DB8096AE-AD02-C7B5-7138-CF39158C03DF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32.703" v="2871"/>
        <pc:sldMkLst>
          <pc:docMk/>
          <pc:sldMk cId="923766374" sldId="289"/>
        </pc:sldMkLst>
        <pc:spChg chg="del">
          <ac:chgData name="Celia Gutierrez" userId="df43f2c5498c01a2" providerId="LiveId" clId="{20D42F73-B7FA-46DD-88CE-37CECF92C70F}" dt="2026-03-10T15:15:55.975" v="1238" actId="478"/>
          <ac:spMkLst>
            <pc:docMk/>
            <pc:sldMk cId="923766374" sldId="289"/>
            <ac:spMk id="2" creationId="{84243199-D455-C6E6-7EA0-B479A955486E}"/>
          </ac:spMkLst>
        </pc:spChg>
        <pc:spChg chg="del mod">
          <ac:chgData name="Celia Gutierrez" userId="df43f2c5498c01a2" providerId="LiveId" clId="{20D42F73-B7FA-46DD-88CE-37CECF92C70F}" dt="2026-03-10T20:59:15.558" v="2789" actId="478"/>
          <ac:spMkLst>
            <pc:docMk/>
            <pc:sldMk cId="923766374" sldId="289"/>
            <ac:spMk id="3" creationId="{4BD8465F-E227-6BF9-9EFE-91CBA69AF981}"/>
          </ac:spMkLst>
        </pc:spChg>
        <pc:spChg chg="add mod">
          <ac:chgData name="Celia Gutierrez" userId="df43f2c5498c01a2" providerId="LiveId" clId="{20D42F73-B7FA-46DD-88CE-37CECF92C70F}" dt="2026-03-10T15:16:01.612" v="1241" actId="1076"/>
          <ac:spMkLst>
            <pc:docMk/>
            <pc:sldMk cId="923766374" sldId="289"/>
            <ac:spMk id="4" creationId="{629F9B32-F96B-4EE1-A868-FCA76D2AC0FF}"/>
          </ac:spMkLst>
        </pc:spChg>
        <pc:spChg chg="del">
          <ac:chgData name="Celia Gutierrez" userId="df43f2c5498c01a2" providerId="LiveId" clId="{20D42F73-B7FA-46DD-88CE-37CECF92C70F}" dt="2026-03-10T12:31:34.973" v="239" actId="478"/>
          <ac:spMkLst>
            <pc:docMk/>
            <pc:sldMk cId="923766374" sldId="289"/>
            <ac:spMk id="5" creationId="{67D2DB81-1333-2FC6-78EF-1FE81B612CF9}"/>
          </ac:spMkLst>
        </pc:spChg>
        <pc:spChg chg="add mod ord">
          <ac:chgData name="Celia Gutierrez" userId="df43f2c5498c01a2" providerId="LiveId" clId="{20D42F73-B7FA-46DD-88CE-37CECF92C70F}" dt="2026-03-10T15:15:58.120" v="1240" actId="167"/>
          <ac:spMkLst>
            <pc:docMk/>
            <pc:sldMk cId="923766374" sldId="289"/>
            <ac:spMk id="6" creationId="{D71199C0-EC95-3419-CB45-6D261B15340B}"/>
          </ac:spMkLst>
        </pc:spChg>
        <pc:spChg chg="add mod">
          <ac:chgData name="Celia Gutierrez" userId="df43f2c5498c01a2" providerId="LiveId" clId="{20D42F73-B7FA-46DD-88CE-37CECF92C70F}" dt="2026-03-10T20:59:15.889" v="2790"/>
          <ac:spMkLst>
            <pc:docMk/>
            <pc:sldMk cId="923766374" sldId="289"/>
            <ac:spMk id="8" creationId="{F4746F3D-9561-EFA5-893C-0CD687EA882B}"/>
          </ac:spMkLst>
        </pc:spChg>
        <pc:spChg chg="add mod">
          <ac:chgData name="Celia Gutierrez" userId="df43f2c5498c01a2" providerId="LiveId" clId="{20D42F73-B7FA-46DD-88CE-37CECF92C70F}" dt="2026-03-10T21:10:32.703" v="2871"/>
          <ac:spMkLst>
            <pc:docMk/>
            <pc:sldMk cId="923766374" sldId="289"/>
            <ac:spMk id="9" creationId="{21DB525E-C543-1BA2-68CF-1C6E11A7A2E2}"/>
          </ac:spMkLst>
        </pc:spChg>
        <pc:graphicFrameChg chg="add mod modGraphic">
          <ac:chgData name="Celia Gutierrez" userId="df43f2c5498c01a2" providerId="LiveId" clId="{20D42F73-B7FA-46DD-88CE-37CECF92C70F}" dt="2026-03-10T18:31:04.078" v="2314"/>
          <ac:graphicFrameMkLst>
            <pc:docMk/>
            <pc:sldMk cId="923766374" sldId="289"/>
            <ac:graphicFrameMk id="7" creationId="{E0342F4A-3F75-C272-69AD-7117C79DA8B9}"/>
          </ac:graphicFrameMkLst>
        </pc:graphicFrameChg>
      </pc:sldChg>
      <pc:sldChg chg="addSp delSp modSp add mod">
        <pc:chgData name="Celia Gutierrez" userId="df43f2c5498c01a2" providerId="LiveId" clId="{20D42F73-B7FA-46DD-88CE-37CECF92C70F}" dt="2026-03-10T21:10:33.488" v="2872"/>
        <pc:sldMkLst>
          <pc:docMk/>
          <pc:sldMk cId="1320678280" sldId="290"/>
        </pc:sldMkLst>
        <pc:spChg chg="del">
          <ac:chgData name="Celia Gutierrez" userId="df43f2c5498c01a2" providerId="LiveId" clId="{20D42F73-B7FA-46DD-88CE-37CECF92C70F}" dt="2026-03-10T15:16:03.871" v="1242" actId="478"/>
          <ac:spMkLst>
            <pc:docMk/>
            <pc:sldMk cId="1320678280" sldId="290"/>
            <ac:spMk id="2" creationId="{8907D92C-161F-6430-3E72-ED02A0570CC2}"/>
          </ac:spMkLst>
        </pc:spChg>
        <pc:spChg chg="mod">
          <ac:chgData name="Celia Gutierrez" userId="df43f2c5498c01a2" providerId="LiveId" clId="{20D42F73-B7FA-46DD-88CE-37CECF92C70F}" dt="2026-03-10T15:16:09.308" v="1245" actId="1076"/>
          <ac:spMkLst>
            <pc:docMk/>
            <pc:sldMk cId="1320678280" sldId="290"/>
            <ac:spMk id="3" creationId="{634BE8F1-FF1B-8252-5C9D-04D5133EF3B6}"/>
          </ac:spMkLst>
        </pc:spChg>
        <pc:spChg chg="add mod">
          <ac:chgData name="Celia Gutierrez" userId="df43f2c5498c01a2" providerId="LiveId" clId="{20D42F73-B7FA-46DD-88CE-37CECF92C70F}" dt="2026-03-10T15:16:09.308" v="1245" actId="1076"/>
          <ac:spMkLst>
            <pc:docMk/>
            <pc:sldMk cId="1320678280" sldId="290"/>
            <ac:spMk id="4" creationId="{05F5D5CC-A037-3788-8D81-4A584D9DF251}"/>
          </ac:spMkLst>
        </pc:spChg>
        <pc:spChg chg="del">
          <ac:chgData name="Celia Gutierrez" userId="df43f2c5498c01a2" providerId="LiveId" clId="{20D42F73-B7FA-46DD-88CE-37CECF92C70F}" dt="2026-03-10T12:31:25.576" v="237" actId="478"/>
          <ac:spMkLst>
            <pc:docMk/>
            <pc:sldMk cId="1320678280" sldId="290"/>
            <ac:spMk id="5" creationId="{F18D525B-8E58-043D-C51B-44112775C9DF}"/>
          </ac:spMkLst>
        </pc:spChg>
        <pc:spChg chg="add mod ord">
          <ac:chgData name="Celia Gutierrez" userId="df43f2c5498c01a2" providerId="LiveId" clId="{20D42F73-B7FA-46DD-88CE-37CECF92C70F}" dt="2026-03-10T15:16:05.911" v="1244" actId="167"/>
          <ac:spMkLst>
            <pc:docMk/>
            <pc:sldMk cId="1320678280" sldId="290"/>
            <ac:spMk id="6" creationId="{AF3C6F7A-BDC7-3B0C-3340-BB3B3CE4B44A}"/>
          </ac:spMkLst>
        </pc:spChg>
        <pc:spChg chg="add mod">
          <ac:chgData name="Celia Gutierrez" userId="df43f2c5498c01a2" providerId="LiveId" clId="{20D42F73-B7FA-46DD-88CE-37CECF92C70F}" dt="2026-03-10T21:10:33.488" v="2872"/>
          <ac:spMkLst>
            <pc:docMk/>
            <pc:sldMk cId="1320678280" sldId="290"/>
            <ac:spMk id="8" creationId="{9B3B99EB-1200-27F5-0A14-1858C4C395C8}"/>
          </ac:spMkLst>
        </pc:spChg>
        <pc:graphicFrameChg chg="add mod modGraphic">
          <ac:chgData name="Celia Gutierrez" userId="df43f2c5498c01a2" providerId="LiveId" clId="{20D42F73-B7FA-46DD-88CE-37CECF92C70F}" dt="2026-03-10T18:45:43.172" v="2427" actId="113"/>
          <ac:graphicFrameMkLst>
            <pc:docMk/>
            <pc:sldMk cId="1320678280" sldId="290"/>
            <ac:graphicFrameMk id="7" creationId="{D68121D9-34DA-2EB1-6C3A-EC11754263E6}"/>
          </ac:graphicFrameMkLst>
        </pc:graphicFrameChg>
      </pc:sldChg>
      <pc:sldChg chg="delSp add del mod">
        <pc:chgData name="Celia Gutierrez" userId="df43f2c5498c01a2" providerId="LiveId" clId="{20D42F73-B7FA-46DD-88CE-37CECF92C70F}" dt="2026-03-10T15:02:29.763" v="1015" actId="47"/>
        <pc:sldMkLst>
          <pc:docMk/>
          <pc:sldMk cId="1898659536" sldId="291"/>
        </pc:sldMkLst>
        <pc:picChg chg="del">
          <ac:chgData name="Celia Gutierrez" userId="df43f2c5498c01a2" providerId="LiveId" clId="{20D42F73-B7FA-46DD-88CE-37CECF92C70F}" dt="2026-03-10T15:00:30.082" v="979" actId="478"/>
          <ac:picMkLst>
            <pc:docMk/>
            <pc:sldMk cId="1898659536" sldId="291"/>
            <ac:picMk id="3" creationId="{622C9678-E17C-55FA-93E3-5ED82FD7E2FC}"/>
          </ac:picMkLst>
        </pc:picChg>
      </pc:sldChg>
      <pc:sldChg chg="addSp delSp modSp new mod setBg">
        <pc:chgData name="Celia Gutierrez" userId="df43f2c5498c01a2" providerId="LiveId" clId="{20D42F73-B7FA-46DD-88CE-37CECF92C70F}" dt="2026-03-10T19:29:10.883" v="2687" actId="1076"/>
        <pc:sldMkLst>
          <pc:docMk/>
          <pc:sldMk cId="3913002822" sldId="291"/>
        </pc:sldMkLst>
        <pc:spChg chg="del">
          <ac:chgData name="Celia Gutierrez" userId="df43f2c5498c01a2" providerId="LiveId" clId="{20D42F73-B7FA-46DD-88CE-37CECF92C70F}" dt="2026-03-10T15:58:42.156" v="1597" actId="478"/>
          <ac:spMkLst>
            <pc:docMk/>
            <pc:sldMk cId="3913002822" sldId="291"/>
            <ac:spMk id="2" creationId="{193DCFCD-1382-3348-71F8-5D34205B103C}"/>
          </ac:spMkLst>
        </pc:spChg>
        <pc:spChg chg="del">
          <ac:chgData name="Celia Gutierrez" userId="df43f2c5498c01a2" providerId="LiveId" clId="{20D42F73-B7FA-46DD-88CE-37CECF92C70F}" dt="2026-03-10T15:58:42.156" v="1597" actId="478"/>
          <ac:spMkLst>
            <pc:docMk/>
            <pc:sldMk cId="3913002822" sldId="291"/>
            <ac:spMk id="3" creationId="{C99CD5AA-2AE2-8094-B97E-533805A9047F}"/>
          </ac:spMkLst>
        </pc:spChg>
        <pc:spChg chg="add mod">
          <ac:chgData name="Celia Gutierrez" userId="df43f2c5498c01a2" providerId="LiveId" clId="{20D42F73-B7FA-46DD-88CE-37CECF92C70F}" dt="2026-03-10T19:29:10.883" v="2687" actId="1076"/>
          <ac:spMkLst>
            <pc:docMk/>
            <pc:sldMk cId="3913002822" sldId="291"/>
            <ac:spMk id="4" creationId="{72F83D02-F9B7-78DA-4AAE-EFBB16CDA6FB}"/>
          </ac:spMkLst>
        </pc:spChg>
      </pc:sldChg>
      <pc:sldChg chg="addSp delSp modSp new mod">
        <pc:chgData name="Celia Gutierrez" userId="df43f2c5498c01a2" providerId="LiveId" clId="{20D42F73-B7FA-46DD-88CE-37CECF92C70F}" dt="2026-03-10T21:09:12.214" v="2839" actId="242"/>
        <pc:sldMkLst>
          <pc:docMk/>
          <pc:sldMk cId="20163013" sldId="292"/>
        </pc:sldMkLst>
        <pc:spChg chg="del">
          <ac:chgData name="Celia Gutierrez" userId="df43f2c5498c01a2" providerId="LiveId" clId="{20D42F73-B7FA-46DD-88CE-37CECF92C70F}" dt="2026-03-10T19:58:37.378" v="2759" actId="478"/>
          <ac:spMkLst>
            <pc:docMk/>
            <pc:sldMk cId="20163013" sldId="292"/>
            <ac:spMk id="2" creationId="{2B2B9600-739C-AA48-724B-FFF9A3B4F1DB}"/>
          </ac:spMkLst>
        </pc:spChg>
        <pc:spChg chg="del">
          <ac:chgData name="Celia Gutierrez" userId="df43f2c5498c01a2" providerId="LiveId" clId="{20D42F73-B7FA-46DD-88CE-37CECF92C70F}" dt="2026-03-10T19:58:37.378" v="2759" actId="478"/>
          <ac:spMkLst>
            <pc:docMk/>
            <pc:sldMk cId="20163013" sldId="292"/>
            <ac:spMk id="3" creationId="{2609843F-F313-856E-5EF9-F64D5336D95D}"/>
          </ac:spMkLst>
        </pc:spChg>
        <pc:spChg chg="add mod">
          <ac:chgData name="Celia Gutierrez" userId="df43f2c5498c01a2" providerId="LiveId" clId="{20D42F73-B7FA-46DD-88CE-37CECF92C70F}" dt="2026-03-10T20:57:19.821" v="2760"/>
          <ac:spMkLst>
            <pc:docMk/>
            <pc:sldMk cId="20163013" sldId="292"/>
            <ac:spMk id="4" creationId="{36489094-58B6-022A-E391-B5C5AD84312D}"/>
          </ac:spMkLst>
        </pc:spChg>
        <pc:spChg chg="add mod">
          <ac:chgData name="Celia Gutierrez" userId="df43f2c5498c01a2" providerId="LiveId" clId="{20D42F73-B7FA-46DD-88CE-37CECF92C70F}" dt="2026-03-10T20:57:29.087" v="2779" actId="20577"/>
          <ac:spMkLst>
            <pc:docMk/>
            <pc:sldMk cId="20163013" sldId="292"/>
            <ac:spMk id="5" creationId="{54DBD9A8-320F-A196-347D-97A8D8FAF902}"/>
          </ac:spMkLst>
        </pc:spChg>
        <pc:spChg chg="add mod">
          <ac:chgData name="Celia Gutierrez" userId="df43f2c5498c01a2" providerId="LiveId" clId="{20D42F73-B7FA-46DD-88CE-37CECF92C70F}" dt="2026-03-10T21:07:54.423" v="2832" actId="207"/>
          <ac:spMkLst>
            <pc:docMk/>
            <pc:sldMk cId="20163013" sldId="292"/>
            <ac:spMk id="8" creationId="{7080A6D7-3A58-C206-BFEB-D98DB68FFB2E}"/>
          </ac:spMkLst>
        </pc:spChg>
        <pc:spChg chg="add mod">
          <ac:chgData name="Celia Gutierrez" userId="df43f2c5498c01a2" providerId="LiveId" clId="{20D42F73-B7FA-46DD-88CE-37CECF92C70F}" dt="2026-03-10T21:08:26.719" v="2835"/>
          <ac:spMkLst>
            <pc:docMk/>
            <pc:sldMk cId="20163013" sldId="292"/>
            <ac:spMk id="9" creationId="{A9C3675B-8BFF-BC87-4B5F-D4A16C7D3765}"/>
          </ac:spMkLst>
        </pc:spChg>
        <pc:graphicFrameChg chg="add mod modGraphic">
          <ac:chgData name="Celia Gutierrez" userId="df43f2c5498c01a2" providerId="LiveId" clId="{20D42F73-B7FA-46DD-88CE-37CECF92C70F}" dt="2026-03-10T21:09:12.214" v="2839" actId="242"/>
          <ac:graphicFrameMkLst>
            <pc:docMk/>
            <pc:sldMk cId="20163013" sldId="292"/>
            <ac:graphicFrameMk id="6" creationId="{D7DD691D-5A6B-AE49-3D13-72C24F569ECE}"/>
          </ac:graphicFrameMkLst>
        </pc:graphicFrame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384D4C42-688D-B84B-1150-8C3BA16EA58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B9D035-B1E9-60B5-20F8-9A9EF26D734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3A85ACB-A3A7-B7F7-19BC-0BAAA1D3C2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9805C4A0-919C-6AED-2BCF-489B1C7119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EEC94A58-1ED1-A117-90BA-CF3B78810A2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1409196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19DE585-C7F6-8B5F-C46C-FBEBF7B60C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6BD54EE3-175F-4426-33EE-59AFD575A1C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9CCB628-DE43-533A-D0F3-297E247565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19204DFB-1DBD-43A9-3ED6-A6D7B3D705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AC9C350-83CE-71FA-D643-FB08615EF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65943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B3002E1-FD18-2E99-3D19-EA2FFBCC411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5706266B-E0D3-CD65-1940-7DA7F247453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CC267332-2255-F5A9-775C-5DBDE2347B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343D3F3-97EF-5755-16C5-C48B61BEA8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16792AB-B23C-2D44-07E0-38C41AA50D3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6061058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D789224F-6454-6AA3-F4FD-A2A4491B048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0F34EE53-A8FC-A945-36FA-B27F19EB429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42368AB1-FE89-280F-B75D-AAB42189B51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8107EBE-8C80-C7B9-3493-44260A1ABD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21C06FF5-4B88-CF5C-4247-1DFD573FA0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7175D170-4388-A4AF-4E29-79ECB7D3F9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31440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88F0E2-A240-E283-49D8-84DAC4836CB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1F236A51-22FD-485C-E0F3-14DC77DA3A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98221E1-F2EC-C216-40AB-3914E4F322E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38A7676C-D8A5-46DE-C7E2-8D75BA05C61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71789F8E-7967-CF25-4154-30215A2C2A17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7D2E6DA1-1152-20B7-F1DC-8B2C238C21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844FAA3B-670A-7FA2-F4F2-9B044AAD067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77CA4E8A-7083-77A0-1C2C-22F6B3F4D10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570183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532088-B116-EC04-2ECE-D794A37CB3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322BCB4C-4C1E-B541-1C83-D465C46E5A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AB13CF7-AD5F-9640-D21A-790A984457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9BFBD17-8720-640D-1463-12652990DD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5219971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DC3F1C1A-F39F-D488-3881-8F400EA534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342B0966-07F3-BE21-1571-406A099BA0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AF208031-0725-0ED8-BD12-FD37B65D2B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61828698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4444686-6036-CCF1-5DA4-4A89007890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C9AD81E-88B5-8AC8-C7E2-A00667EFB6E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6FEFBDA7-3973-E2D5-21DB-DF16420B87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3A03231-8023-0302-1417-829FDA8ACC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2C81218-1E26-0223-DB4C-B44939603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BA474C8A-DB6B-35BD-EA0F-D3EED611C1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72819832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7C3B324-0D69-8B54-F17E-0FE74352A8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5284971D-6DFE-1546-E8BB-183D3769DE9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35E26A42-F5C3-49FB-77AB-8E0C246DCCD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5E8CB613-7FE6-8581-18B2-066BA430D4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F18F53EE-C6D5-7113-9F91-43FF0C1B17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0614DD4F-6EDD-73EE-986D-A502CF9B32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594721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897987-7C57-ACB6-6E6D-4B29EAE47BA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1E8C03F9-D406-3E12-C8BF-5BEF9DFFB43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2C769FE6-6E2F-9479-F9AA-C60396B508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36A0646-493D-40B6-5FC1-C807BA0799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3149CBE-8336-E8E6-08E6-1B5EFD2E5CE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8980368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14E651D2-C26F-BED1-8691-DCABA66F394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EE857827-985D-0CF3-E37F-14C8F4403EA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B964E8DC-374A-E32F-D7A2-6C7665AB5B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58A8B891-9F3D-7EF3-E0D6-3EDACAE43E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E095FD3-9048-E3C6-6718-33A6682AB5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745122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C2E83682-2FF9-0AA2-435B-5FC01E4F1AE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9A69292-91BE-3242-5353-3579E697A1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D3D9AE4B-F5CF-A435-4F99-70E842960C9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62D1A5-3669-44B2-89D6-A8199B6C0FDD}" type="datetimeFigureOut">
              <a:rPr lang="pt-BR" smtClean="0"/>
              <a:t>10/03/2026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BA287EBB-480E-1A78-F8BF-849407FC61C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0E8049AC-5662-DE36-CEFB-984491F97EA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2355E1-0DED-4288-91DF-DD4A8280F082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5989404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B5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6B86F6-135B-535C-B16C-0CFDA815C5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689FA6CC-EE14-07E8-712F-541E6F8D68E7}"/>
              </a:ext>
            </a:extLst>
          </p:cNvPr>
          <p:cNvSpPr txBox="1"/>
          <p:nvPr/>
        </p:nvSpPr>
        <p:spPr>
          <a:xfrm>
            <a:off x="3584448" y="1905506"/>
            <a:ext cx="6035040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pt-BR" sz="3600" b="1" dirty="0">
                <a:solidFill>
                  <a:schemeClr val="bg1"/>
                </a:solidFill>
              </a:rPr>
              <a:t>Perfil de grupos de eleitores</a:t>
            </a:r>
          </a:p>
          <a:p>
            <a:pPr algn="ctr"/>
            <a:endParaRPr lang="pt-BR" sz="3600" b="1" dirty="0">
              <a:solidFill>
                <a:schemeClr val="bg1"/>
              </a:solidFill>
            </a:endParaRP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Lulistas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Esquerda não Lulista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Independentes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Direita não Bolsonarista</a:t>
            </a:r>
          </a:p>
          <a:p>
            <a:pPr marL="571500" indent="-571500">
              <a:buFont typeface="Arial" panose="020B0604020202020204" pitchFamily="34" charset="0"/>
              <a:buChar char="•"/>
            </a:pPr>
            <a:r>
              <a:rPr lang="pt-BR" sz="2400" b="1" dirty="0">
                <a:solidFill>
                  <a:schemeClr val="bg1"/>
                </a:solidFill>
              </a:rPr>
              <a:t>Bolsonaristas</a:t>
            </a:r>
            <a:endParaRPr lang="pt-BR" sz="3600" b="1" dirty="0">
              <a:solidFill>
                <a:schemeClr val="bg1"/>
              </a:solidFill>
            </a:endParaRP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DD0BDD93-F639-4811-6817-2E5862EE9AEA}"/>
              </a:ext>
            </a:extLst>
          </p:cNvPr>
          <p:cNvSpPr txBox="1"/>
          <p:nvPr/>
        </p:nvSpPr>
        <p:spPr>
          <a:xfrm>
            <a:off x="4131776" y="6291072"/>
            <a:ext cx="383630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1600" dirty="0">
                <a:solidFill>
                  <a:schemeClr val="bg1"/>
                </a:solidFill>
              </a:rPr>
              <a:t>Ibope Target </a:t>
            </a:r>
            <a:r>
              <a:rPr lang="pt-BR" sz="1600" dirty="0" err="1">
                <a:solidFill>
                  <a:schemeClr val="bg1"/>
                </a:solidFill>
              </a:rPr>
              <a:t>Group</a:t>
            </a:r>
            <a:r>
              <a:rPr lang="pt-BR" sz="1600" dirty="0">
                <a:solidFill>
                  <a:schemeClr val="bg1"/>
                </a:solidFill>
              </a:rPr>
              <a:t> Index </a:t>
            </a:r>
            <a:r>
              <a:rPr lang="pt-BR" sz="1600">
                <a:solidFill>
                  <a:schemeClr val="bg1"/>
                </a:solidFill>
              </a:rPr>
              <a:t>– TG BR 2025 R3</a:t>
            </a:r>
            <a:endParaRPr lang="pt-BR" sz="1600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4154616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36489094-58B6-022A-E391-B5C5AD84312D}"/>
              </a:ext>
            </a:extLst>
          </p:cNvPr>
          <p:cNvSpPr/>
          <p:nvPr/>
        </p:nvSpPr>
        <p:spPr>
          <a:xfrm>
            <a:off x="0" y="0"/>
            <a:ext cx="12192000" cy="1920240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54DBD9A8-320F-A196-347D-97A8D8FAF902}"/>
              </a:ext>
            </a:extLst>
          </p:cNvPr>
          <p:cNvSpPr txBox="1"/>
          <p:nvPr/>
        </p:nvSpPr>
        <p:spPr>
          <a:xfrm>
            <a:off x="447853" y="569715"/>
            <a:ext cx="416620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Universos Clusters</a:t>
            </a:r>
          </a:p>
        </p:txBody>
      </p:sp>
      <p:graphicFrame>
        <p:nvGraphicFramePr>
          <p:cNvPr id="6" name="Tabela 5">
            <a:extLst>
              <a:ext uri="{FF2B5EF4-FFF2-40B4-BE49-F238E27FC236}">
                <a16:creationId xmlns:a16="http://schemas.microsoft.com/office/drawing/2014/main" id="{D7DD691D-5A6B-AE49-3D13-72C24F569EC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7855296"/>
              </p:ext>
            </p:extLst>
          </p:nvPr>
        </p:nvGraphicFramePr>
        <p:xfrm>
          <a:off x="213359" y="2106810"/>
          <a:ext cx="11978641" cy="3480435"/>
        </p:xfrm>
        <a:graphic>
          <a:graphicData uri="http://schemas.openxmlformats.org/drawingml/2006/table">
            <a:tbl>
              <a:tblPr/>
              <a:tblGrid>
                <a:gridCol w="1398455">
                  <a:extLst>
                    <a:ext uri="{9D8B030D-6E8A-4147-A177-3AD203B41FA5}">
                      <a16:colId xmlns:a16="http://schemas.microsoft.com/office/drawing/2014/main" val="783428214"/>
                    </a:ext>
                  </a:extLst>
                </a:gridCol>
                <a:gridCol w="996399">
                  <a:extLst>
                    <a:ext uri="{9D8B030D-6E8A-4147-A177-3AD203B41FA5}">
                      <a16:colId xmlns:a16="http://schemas.microsoft.com/office/drawing/2014/main" val="2931387786"/>
                    </a:ext>
                  </a:extLst>
                </a:gridCol>
                <a:gridCol w="1153725">
                  <a:extLst>
                    <a:ext uri="{9D8B030D-6E8A-4147-A177-3AD203B41FA5}">
                      <a16:colId xmlns:a16="http://schemas.microsoft.com/office/drawing/2014/main" val="2068748982"/>
                    </a:ext>
                  </a:extLst>
                </a:gridCol>
                <a:gridCol w="996399">
                  <a:extLst>
                    <a:ext uri="{9D8B030D-6E8A-4147-A177-3AD203B41FA5}">
                      <a16:colId xmlns:a16="http://schemas.microsoft.com/office/drawing/2014/main" val="2235092091"/>
                    </a:ext>
                  </a:extLst>
                </a:gridCol>
                <a:gridCol w="1153725">
                  <a:extLst>
                    <a:ext uri="{9D8B030D-6E8A-4147-A177-3AD203B41FA5}">
                      <a16:colId xmlns:a16="http://schemas.microsoft.com/office/drawing/2014/main" val="2705599042"/>
                    </a:ext>
                  </a:extLst>
                </a:gridCol>
                <a:gridCol w="943958">
                  <a:extLst>
                    <a:ext uri="{9D8B030D-6E8A-4147-A177-3AD203B41FA5}">
                      <a16:colId xmlns:a16="http://schemas.microsoft.com/office/drawing/2014/main" val="998803760"/>
                    </a:ext>
                  </a:extLst>
                </a:gridCol>
                <a:gridCol w="1061952">
                  <a:extLst>
                    <a:ext uri="{9D8B030D-6E8A-4147-A177-3AD203B41FA5}">
                      <a16:colId xmlns:a16="http://schemas.microsoft.com/office/drawing/2014/main" val="4228415110"/>
                    </a:ext>
                  </a:extLst>
                </a:gridCol>
                <a:gridCol w="1127505">
                  <a:extLst>
                    <a:ext uri="{9D8B030D-6E8A-4147-A177-3AD203B41FA5}">
                      <a16:colId xmlns:a16="http://schemas.microsoft.com/office/drawing/2014/main" val="813114898"/>
                    </a:ext>
                  </a:extLst>
                </a:gridCol>
                <a:gridCol w="1271720">
                  <a:extLst>
                    <a:ext uri="{9D8B030D-6E8A-4147-A177-3AD203B41FA5}">
                      <a16:colId xmlns:a16="http://schemas.microsoft.com/office/drawing/2014/main" val="97795824"/>
                    </a:ext>
                  </a:extLst>
                </a:gridCol>
                <a:gridCol w="721078">
                  <a:extLst>
                    <a:ext uri="{9D8B030D-6E8A-4147-A177-3AD203B41FA5}">
                      <a16:colId xmlns:a16="http://schemas.microsoft.com/office/drawing/2014/main" val="1590566367"/>
                    </a:ext>
                  </a:extLst>
                </a:gridCol>
                <a:gridCol w="1153725">
                  <a:extLst>
                    <a:ext uri="{9D8B030D-6E8A-4147-A177-3AD203B41FA5}">
                      <a16:colId xmlns:a16="http://schemas.microsoft.com/office/drawing/2014/main" val="4290275893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effectLst/>
                          <a:latin typeface="Calibri" panose="020F0502020204030204" pitchFamily="34" charset="0"/>
                        </a:rPr>
                        <a:t>CLUSTERS 18+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LULISTAS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00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solidFill>
                            <a:srgbClr val="FFFFFF"/>
                          </a:solidFill>
                          <a:effectLst/>
                          <a:latin typeface="Calibri" panose="020F0502020204030204" pitchFamily="34" charset="0"/>
                        </a:rPr>
                        <a:t>ESQUERDA NÃO LULISTA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4747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effectLst/>
                          <a:latin typeface="Calibri" panose="020F0502020204030204" pitchFamily="34" charset="0"/>
                        </a:rPr>
                        <a:t>INDEPENDENTES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00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effectLst/>
                          <a:latin typeface="Calibri" panose="020F0502020204030204" pitchFamily="34" charset="0"/>
                        </a:rPr>
                        <a:t>DIREITA NÃO BOLSONARISTA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9CCFF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effectLst/>
                          <a:latin typeface="Calibri" panose="020F0502020204030204" pitchFamily="34" charset="0"/>
                        </a:rPr>
                        <a:t>BOLSONARISTA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92D050"/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pt-BR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54652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effectLst/>
                          <a:latin typeface="Calibri" panose="020F0502020204030204" pitchFamily="34" charset="0"/>
                        </a:rPr>
                        <a:t>NACIONAL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8E8E8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effectLst/>
                          <a:latin typeface="Calibri" panose="020F0502020204030204" pitchFamily="34" charset="0"/>
                        </a:rPr>
                        <a:t>     27.456.185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CCCC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23%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 dirty="0">
                          <a:effectLst/>
                          <a:latin typeface="Calibri" panose="020F0502020204030204" pitchFamily="34" charset="0"/>
                        </a:rPr>
                        <a:t>     36.099.799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E7E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effectLst/>
                          <a:latin typeface="Calibri" panose="020F0502020204030204" pitchFamily="34" charset="0"/>
                        </a:rPr>
                        <a:t>29%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effectLst/>
                          <a:latin typeface="Calibri" panose="020F0502020204030204" pitchFamily="34" charset="0"/>
                        </a:rPr>
                        <a:t>   44.450.670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2C9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effectLst/>
                          <a:latin typeface="Calibri" panose="020F0502020204030204" pitchFamily="34" charset="0"/>
                        </a:rPr>
                        <a:t>        25.869.211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AEDFB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1" i="0" u="none" strike="noStrike">
                          <a:effectLst/>
                          <a:latin typeface="Calibri" panose="020F0502020204030204" pitchFamily="34" charset="0"/>
                        </a:rPr>
                        <a:t>     20.199.247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AF2D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7506254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NORTE*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2.076.676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3.358.490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8%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3.355.415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   2.680.235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1.931.538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8037893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NORDESTE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2.858.189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11%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3.934.878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     4.147.247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   3.287.977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1.997.706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01443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SUL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2.490.386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3.454.423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10%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4.459.266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   2.252.236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13%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2.533.332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29081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SUDESTE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69%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18.940.924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66%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23.922.456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67%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29.959.498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63%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        16.288.043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62%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12.496.437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198533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ctr" fontAlgn="ctr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CENTRO-OESTE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1.090.011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4%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  1.429.552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     2.529.243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>
                          <a:effectLst/>
                          <a:latin typeface="Calibri" panose="020F0502020204030204" pitchFamily="34" charset="0"/>
                        </a:rPr>
                        <a:t>5%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          1.360.721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6%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600" b="0" i="0" u="none" strike="noStrike" dirty="0">
                          <a:effectLst/>
                          <a:latin typeface="Calibri" panose="020F0502020204030204" pitchFamily="34" charset="0"/>
                        </a:rPr>
                        <a:t>       1.240.234 </a:t>
                      </a:r>
                    </a:p>
                  </a:txBody>
                  <a:tcPr marL="9525" marR="9525" marT="952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>
                      <a:noFill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995794271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7080A6D7-3A58-C206-BFEB-D98DB68FFB2E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TSE - base eleitores setembro 2025/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A9C3675B-8BFF-BC87-4B5F-D4A16C7D3765}"/>
              </a:ext>
            </a:extLst>
          </p:cNvPr>
          <p:cNvSpPr txBox="1"/>
          <p:nvPr/>
        </p:nvSpPr>
        <p:spPr>
          <a:xfrm>
            <a:off x="81680" y="6211669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*Dados referentes a Região Norte estimados</a:t>
            </a:r>
          </a:p>
        </p:txBody>
      </p:sp>
    </p:spTree>
    <p:extLst>
      <p:ext uri="{BB962C8B-B14F-4D97-AF65-F5344CB8AC3E}">
        <p14:creationId xmlns:p14="http://schemas.microsoft.com/office/powerpoint/2010/main" val="2016301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B5D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aixaDeTexto 3">
            <a:extLst>
              <a:ext uri="{FF2B5EF4-FFF2-40B4-BE49-F238E27FC236}">
                <a16:creationId xmlns:a16="http://schemas.microsoft.com/office/drawing/2014/main" id="{72F83D02-F9B7-78DA-4AAE-EFBB16CDA6FB}"/>
              </a:ext>
            </a:extLst>
          </p:cNvPr>
          <p:cNvSpPr txBox="1"/>
          <p:nvPr/>
        </p:nvSpPr>
        <p:spPr>
          <a:xfrm>
            <a:off x="3901841" y="2644170"/>
            <a:ext cx="438831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Lulistas</a:t>
            </a:r>
          </a:p>
          <a:p>
            <a:pPr algn="ctr"/>
            <a:r>
              <a:rPr lang="pt-BR" sz="3600" b="1" dirty="0">
                <a:solidFill>
                  <a:schemeClr val="bg1"/>
                </a:solidFill>
              </a:rPr>
              <a:t>27.456.185 eleitores</a:t>
            </a:r>
          </a:p>
        </p:txBody>
      </p:sp>
    </p:spTree>
    <p:extLst>
      <p:ext uri="{BB962C8B-B14F-4D97-AF65-F5344CB8AC3E}">
        <p14:creationId xmlns:p14="http://schemas.microsoft.com/office/powerpoint/2010/main" val="391300282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218CC68C-BC3F-A318-B768-E265868AF968}"/>
              </a:ext>
            </a:extLst>
          </p:cNvPr>
          <p:cNvSpPr/>
          <p:nvPr/>
        </p:nvSpPr>
        <p:spPr>
          <a:xfrm>
            <a:off x="0" y="0"/>
            <a:ext cx="12192000" cy="1920240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D4899FB7-3E04-D006-CBF9-69BD1ADD9708}"/>
              </a:ext>
            </a:extLst>
          </p:cNvPr>
          <p:cNvSpPr txBox="1"/>
          <p:nvPr/>
        </p:nvSpPr>
        <p:spPr>
          <a:xfrm>
            <a:off x="447853" y="569715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Definição do Público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77EBE3DC-D67E-BB8A-B22E-F649458AF206}"/>
              </a:ext>
            </a:extLst>
          </p:cNvPr>
          <p:cNvSpPr txBox="1"/>
          <p:nvPr/>
        </p:nvSpPr>
        <p:spPr>
          <a:xfrm>
            <a:off x="10297276" y="569715"/>
            <a:ext cx="1658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Lulistas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3D541504-0F69-B123-7F13-25D9EB8A2C30}"/>
              </a:ext>
            </a:extLst>
          </p:cNvPr>
          <p:cNvSpPr txBox="1"/>
          <p:nvPr/>
        </p:nvSpPr>
        <p:spPr>
          <a:xfrm>
            <a:off x="877824" y="2304288"/>
            <a:ext cx="10844784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Os Lulistas são os eleitores fiéis ao ex-presidente Lula: aplaudem suas decisões, confiam em sua liderança e o enxergam como o candidato forte da esquerda brasileira. São, em sua maioria, mulheres acima de 25 anos, mas com maior concentração entre  as mais velhas, com mais de 45 anos (42%), que vivem uma realidade de renda mais baixa e dependem diretamente de políticas públicas como Bolsa Família, Vale Gás e outros programas sociais. Muitas são viúvas, separadas ou solteiras que não trabalham, e vivem sozinhas ou com filhos já adultos. A fé é um pilar central em suas vidas — acreditam que "quem prejudica os outros sempre se dá mal no final" e que cumprir o dever é mais importante do que aproveitar a vida.</a:t>
            </a:r>
          </a:p>
          <a:p>
            <a:endParaRPr lang="pt-BR" dirty="0"/>
          </a:p>
          <a:p>
            <a:r>
              <a:rPr lang="pt-BR" dirty="0"/>
              <a:t>Não são afeitos à tecnologia (computadores ainda os confundem), preferem a televisão como fonte de informação e entretenimento, e se preocupam com questões como poluição e reciclagem. Gostariam de economizar dinheiro, mas acham difícil. São o grupo com a menor renda média familiar (R$ 3.680) e a maior concentração nas classes C e DE. Para eles, a luta pela igualdade de todos não é um discurso — é uma necessidade cotidiana.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3D649E7F-A5F3-E31B-918A-5816D6A5266B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30114270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5D8BAAF-E568-0CD5-EA24-CA0705819FC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3D105F8B-D1AC-CB75-0B47-F8FCC5950C46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606FEE6-0E22-E3C5-327C-372CA6E2DBE7}"/>
              </a:ext>
            </a:extLst>
          </p:cNvPr>
          <p:cNvSpPr txBox="1"/>
          <p:nvPr/>
        </p:nvSpPr>
        <p:spPr>
          <a:xfrm>
            <a:off x="447853" y="403621"/>
            <a:ext cx="408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Perfil Demográfico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98D1CB89-5379-747F-63F3-446DBE60FB35}"/>
              </a:ext>
            </a:extLst>
          </p:cNvPr>
          <p:cNvSpPr txBox="1"/>
          <p:nvPr/>
        </p:nvSpPr>
        <p:spPr>
          <a:xfrm>
            <a:off x="10294392" y="434398"/>
            <a:ext cx="1658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Lulistas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9BE8D26D-A842-E908-4802-2E07AAE3C119}"/>
              </a:ext>
            </a:extLst>
          </p:cNvPr>
          <p:cNvSpPr txBox="1"/>
          <p:nvPr/>
        </p:nvSpPr>
        <p:spPr>
          <a:xfrm>
            <a:off x="447853" y="1460893"/>
            <a:ext cx="1213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Gênero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AEE9890-F053-7A03-BCE6-CB53D8A6B8D8}"/>
              </a:ext>
            </a:extLst>
          </p:cNvPr>
          <p:cNvSpPr txBox="1"/>
          <p:nvPr/>
        </p:nvSpPr>
        <p:spPr>
          <a:xfrm>
            <a:off x="4893691" y="1453571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Idade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5502C28-21DE-444F-B119-3198E046A06A}"/>
              </a:ext>
            </a:extLst>
          </p:cNvPr>
          <p:cNvSpPr txBox="1"/>
          <p:nvPr/>
        </p:nvSpPr>
        <p:spPr>
          <a:xfrm>
            <a:off x="390171" y="2889917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Raça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5B7D2C62-5379-6378-516E-C45CDA5E2D70}"/>
              </a:ext>
            </a:extLst>
          </p:cNvPr>
          <p:cNvSpPr txBox="1"/>
          <p:nvPr/>
        </p:nvSpPr>
        <p:spPr>
          <a:xfrm>
            <a:off x="4414038" y="4802168"/>
            <a:ext cx="1840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Estado Civil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042BC6B-D54F-CFDC-7F0A-776FDC65C31F}"/>
              </a:ext>
            </a:extLst>
          </p:cNvPr>
          <p:cNvSpPr txBox="1"/>
          <p:nvPr/>
        </p:nvSpPr>
        <p:spPr>
          <a:xfrm>
            <a:off x="7269966" y="1460892"/>
            <a:ext cx="2273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Estágio de vida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82914137-2D7D-110E-1411-764C781B59E9}"/>
              </a:ext>
            </a:extLst>
          </p:cNvPr>
          <p:cNvSpPr txBox="1"/>
          <p:nvPr/>
        </p:nvSpPr>
        <p:spPr>
          <a:xfrm>
            <a:off x="390171" y="5694988"/>
            <a:ext cx="2925114" cy="10688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Pai/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Mãe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/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Responsável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45.8%</a:t>
            </a:r>
            <a:b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Educação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Superior (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completo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ou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incompleto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): 36.1%</a:t>
            </a:r>
            <a:b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en-US" sz="14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Trabalha</a:t>
            </a:r>
            <a:r>
              <a:rPr lang="en-US" sz="14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: 48.1%</a:t>
            </a:r>
            <a:endParaRPr lang="pt-BR" sz="1400" dirty="0"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011760F5-D6FD-7597-31C5-2061BAD70C1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0206830"/>
              </p:ext>
            </p:extLst>
          </p:nvPr>
        </p:nvGraphicFramePr>
        <p:xfrm>
          <a:off x="481911" y="1915236"/>
          <a:ext cx="2601034" cy="8923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04136">
                  <a:extLst>
                    <a:ext uri="{9D8B030D-6E8A-4147-A177-3AD203B41FA5}">
                      <a16:colId xmlns:a16="http://schemas.microsoft.com/office/drawing/2014/main" val="1498402804"/>
                    </a:ext>
                  </a:extLst>
                </a:gridCol>
                <a:gridCol w="818410">
                  <a:extLst>
                    <a:ext uri="{9D8B030D-6E8A-4147-A177-3AD203B41FA5}">
                      <a16:colId xmlns:a16="http://schemas.microsoft.com/office/drawing/2014/main" val="834351269"/>
                    </a:ext>
                  </a:extLst>
                </a:gridCol>
                <a:gridCol w="778488">
                  <a:extLst>
                    <a:ext uri="{9D8B030D-6E8A-4147-A177-3AD203B41FA5}">
                      <a16:colId xmlns:a16="http://schemas.microsoft.com/office/drawing/2014/main" val="189553828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6691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Homem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41.4%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23301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Mulher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58.6%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34421873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0719593D-0CC3-860A-DD3E-BB1A44CC860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8314166"/>
              </p:ext>
            </p:extLst>
          </p:nvPr>
        </p:nvGraphicFramePr>
        <p:xfrm>
          <a:off x="318757" y="3429000"/>
          <a:ext cx="2685265" cy="1784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82597">
                  <a:extLst>
                    <a:ext uri="{9D8B030D-6E8A-4147-A177-3AD203B41FA5}">
                      <a16:colId xmlns:a16="http://schemas.microsoft.com/office/drawing/2014/main" val="1670597398"/>
                    </a:ext>
                  </a:extLst>
                </a:gridCol>
                <a:gridCol w="826012">
                  <a:extLst>
                    <a:ext uri="{9D8B030D-6E8A-4147-A177-3AD203B41FA5}">
                      <a16:colId xmlns:a16="http://schemas.microsoft.com/office/drawing/2014/main" val="1623652854"/>
                    </a:ext>
                  </a:extLst>
                </a:gridCol>
                <a:gridCol w="676656">
                  <a:extLst>
                    <a:ext uri="{9D8B030D-6E8A-4147-A177-3AD203B41FA5}">
                      <a16:colId xmlns:a16="http://schemas.microsoft.com/office/drawing/2014/main" val="389984972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Raça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3717515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Preto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12.2%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93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6211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Pardo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31.9%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93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747623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Indígena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419573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Branco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29.7%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221818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Amarelo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18344833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1BD49620-DDC8-BF39-C11A-BA4F9F63FB3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15881452"/>
              </p:ext>
            </p:extLst>
          </p:nvPr>
        </p:nvGraphicFramePr>
        <p:xfrm>
          <a:off x="3818050" y="1859156"/>
          <a:ext cx="3032736" cy="2379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881966">
                  <a:extLst>
                    <a:ext uri="{9D8B030D-6E8A-4147-A177-3AD203B41FA5}">
                      <a16:colId xmlns:a16="http://schemas.microsoft.com/office/drawing/2014/main" val="2864085306"/>
                    </a:ext>
                  </a:extLst>
                </a:gridCol>
                <a:gridCol w="981362">
                  <a:extLst>
                    <a:ext uri="{9D8B030D-6E8A-4147-A177-3AD203B41FA5}">
                      <a16:colId xmlns:a16="http://schemas.microsoft.com/office/drawing/2014/main" val="2302401005"/>
                    </a:ext>
                  </a:extLst>
                </a:gridCol>
                <a:gridCol w="1169408">
                  <a:extLst>
                    <a:ext uri="{9D8B030D-6E8A-4147-A177-3AD203B41FA5}">
                      <a16:colId xmlns:a16="http://schemas.microsoft.com/office/drawing/2014/main" val="739615782"/>
                    </a:ext>
                  </a:extLst>
                </a:gridCol>
              </a:tblGrid>
              <a:tr h="1829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Faixa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85504222"/>
                  </a:ext>
                </a:extLst>
              </a:tr>
              <a:tr h="1829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12-19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2.6%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61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81294956"/>
                  </a:ext>
                </a:extLst>
              </a:tr>
              <a:tr h="1829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20-24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5416217"/>
                  </a:ext>
                </a:extLst>
              </a:tr>
              <a:tr h="1829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25-34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11.1%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52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9642671"/>
                  </a:ext>
                </a:extLst>
              </a:tr>
              <a:tr h="1829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35-44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16.4%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6397878"/>
                  </a:ext>
                </a:extLst>
              </a:tr>
              <a:tr h="1829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45-54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19.8%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57920795"/>
                  </a:ext>
                </a:extLst>
              </a:tr>
              <a:tr h="1829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55-64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22.2%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152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8706051"/>
                  </a:ext>
                </a:extLst>
              </a:tr>
              <a:tr h="1829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65-75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23.3%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223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57838986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D1E51EB7-03D4-0899-38A9-71541094FF2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70093290"/>
              </p:ext>
            </p:extLst>
          </p:nvPr>
        </p:nvGraphicFramePr>
        <p:xfrm>
          <a:off x="3529584" y="5276637"/>
          <a:ext cx="3511295" cy="148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01252">
                  <a:extLst>
                    <a:ext uri="{9D8B030D-6E8A-4147-A177-3AD203B41FA5}">
                      <a16:colId xmlns:a16="http://schemas.microsoft.com/office/drawing/2014/main" val="3909907727"/>
                    </a:ext>
                  </a:extLst>
                </a:gridCol>
                <a:gridCol w="775859">
                  <a:extLst>
                    <a:ext uri="{9D8B030D-6E8A-4147-A177-3AD203B41FA5}">
                      <a16:colId xmlns:a16="http://schemas.microsoft.com/office/drawing/2014/main" val="4293453044"/>
                    </a:ext>
                  </a:extLst>
                </a:gridCol>
                <a:gridCol w="634184">
                  <a:extLst>
                    <a:ext uri="{9D8B030D-6E8A-4147-A177-3AD203B41FA5}">
                      <a16:colId xmlns:a16="http://schemas.microsoft.com/office/drawing/2014/main" val="28228796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Estado Civil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517257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Solteiro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33.5%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79937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Casado(a)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44.9%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14122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Divorciado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13.6%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142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079509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Viúvo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8.0%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179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6379098"/>
                  </a:ext>
                </a:extLst>
              </a:tr>
            </a:tbl>
          </a:graphicData>
        </a:graphic>
      </p:graphicFrame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418FF03E-CD92-823E-EC9E-C16736FB21A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502411"/>
              </p:ext>
            </p:extLst>
          </p:nvPr>
        </p:nvGraphicFramePr>
        <p:xfrm>
          <a:off x="7388351" y="1922555"/>
          <a:ext cx="4564507" cy="35146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50796">
                  <a:extLst>
                    <a:ext uri="{9D8B030D-6E8A-4147-A177-3AD203B41FA5}">
                      <a16:colId xmlns:a16="http://schemas.microsoft.com/office/drawing/2014/main" val="2725111274"/>
                    </a:ext>
                  </a:extLst>
                </a:gridCol>
                <a:gridCol w="713534">
                  <a:extLst>
                    <a:ext uri="{9D8B030D-6E8A-4147-A177-3AD203B41FA5}">
                      <a16:colId xmlns:a16="http://schemas.microsoft.com/office/drawing/2014/main" val="4019206719"/>
                    </a:ext>
                  </a:extLst>
                </a:gridCol>
                <a:gridCol w="700177">
                  <a:extLst>
                    <a:ext uri="{9D8B030D-6E8A-4147-A177-3AD203B41FA5}">
                      <a16:colId xmlns:a16="http://schemas.microsoft.com/office/drawing/2014/main" val="15301523"/>
                    </a:ext>
                  </a:extLst>
                </a:gridCol>
              </a:tblGrid>
              <a:tr h="3827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Estágio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Vert%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Afi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97532002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600" dirty="0">
                          <a:effectLst/>
                        </a:rPr>
                        <a:t>Solteiros maduros que vivem sozinhos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13.1%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215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75472028"/>
                  </a:ext>
                </a:extLst>
              </a:tr>
              <a:tr h="3827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Solteiros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que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não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trabalham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14.9%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176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83421791"/>
                  </a:ext>
                </a:extLst>
              </a:tr>
              <a:tr h="38279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Casais de </a:t>
                      </a:r>
                      <a:r>
                        <a:rPr lang="en-US" sz="1600" dirty="0" err="1">
                          <a:effectLst/>
                        </a:rPr>
                        <a:t>ninho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vazio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9.6%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166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2022939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600" dirty="0">
                          <a:effectLst/>
                        </a:rPr>
                        <a:t>Pais que vivem com filhos jovens/ adultos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16.4%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136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32930711"/>
                  </a:ext>
                </a:extLst>
              </a:tr>
              <a:tr h="78875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600" dirty="0">
                          <a:effectLst/>
                        </a:rPr>
                        <a:t>Pais com adolescentes em idade escolar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6.8%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112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73228369"/>
                  </a:ext>
                </a:extLst>
              </a:tr>
            </a:tbl>
          </a:graphicData>
        </a:graphic>
      </p:graphicFrame>
      <p:sp>
        <p:nvSpPr>
          <p:cNvPr id="24" name="CaixaDeTexto 23">
            <a:extLst>
              <a:ext uri="{FF2B5EF4-FFF2-40B4-BE49-F238E27FC236}">
                <a16:creationId xmlns:a16="http://schemas.microsoft.com/office/drawing/2014/main" id="{548E2030-E9C6-2057-61F2-7E7A795D4DF0}"/>
              </a:ext>
            </a:extLst>
          </p:cNvPr>
          <p:cNvSpPr txBox="1"/>
          <p:nvPr/>
        </p:nvSpPr>
        <p:spPr>
          <a:xfrm>
            <a:off x="9220199" y="6486808"/>
            <a:ext cx="292511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116624631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1DFD2E-D7C7-A2E5-45D1-95E510778E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tângulo: Cantos Arredondados 2">
            <a:extLst>
              <a:ext uri="{FF2B5EF4-FFF2-40B4-BE49-F238E27FC236}">
                <a16:creationId xmlns:a16="http://schemas.microsoft.com/office/drawing/2014/main" id="{5FFF61F8-09D8-3C30-1A5E-0298EAEC91A6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EC5C5435-313D-36D7-FDE9-076045087B6F}"/>
              </a:ext>
            </a:extLst>
          </p:cNvPr>
          <p:cNvSpPr txBox="1"/>
          <p:nvPr/>
        </p:nvSpPr>
        <p:spPr>
          <a:xfrm>
            <a:off x="447853" y="406121"/>
            <a:ext cx="4929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Classe Social e Renda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64080834-BA91-EE9D-A08D-EEEEF4A4922E}"/>
              </a:ext>
            </a:extLst>
          </p:cNvPr>
          <p:cNvSpPr txBox="1"/>
          <p:nvPr/>
        </p:nvSpPr>
        <p:spPr>
          <a:xfrm>
            <a:off x="10242412" y="406121"/>
            <a:ext cx="1658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Lulistas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C44F4B3-A3C6-D97B-E72C-767D91ABAC27}"/>
              </a:ext>
            </a:extLst>
          </p:cNvPr>
          <p:cNvSpPr txBox="1"/>
          <p:nvPr/>
        </p:nvSpPr>
        <p:spPr>
          <a:xfrm>
            <a:off x="3287268" y="6036405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Renda </a:t>
            </a:r>
            <a:r>
              <a:rPr lang="en-US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Média</a:t>
            </a:r>
            <a:r>
              <a:rPr lang="en-US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Mensal Familiar: R$ 3.680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29BC2C85-4CA4-3D4D-B984-FC0E326489B1}"/>
              </a:ext>
            </a:extLst>
          </p:cNvPr>
          <p:cNvSpPr txBox="1"/>
          <p:nvPr/>
        </p:nvSpPr>
        <p:spPr>
          <a:xfrm>
            <a:off x="737616" y="1628323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Classe Social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E1501CAF-CDB3-CA1F-714F-496D0049D409}"/>
              </a:ext>
            </a:extLst>
          </p:cNvPr>
          <p:cNvSpPr txBox="1"/>
          <p:nvPr/>
        </p:nvSpPr>
        <p:spPr>
          <a:xfrm>
            <a:off x="6742176" y="1660661"/>
            <a:ext cx="130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Religião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F49B444F-6C88-9995-91ED-A86D13E46C8A}"/>
              </a:ext>
            </a:extLst>
          </p:cNvPr>
          <p:cNvSpPr txBox="1"/>
          <p:nvPr/>
        </p:nvSpPr>
        <p:spPr>
          <a:xfrm>
            <a:off x="3465456" y="5372653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Renda: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BC3D79BD-1955-E618-9608-959EAE934E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42350966"/>
              </p:ext>
            </p:extLst>
          </p:nvPr>
        </p:nvGraphicFramePr>
        <p:xfrm>
          <a:off x="737616" y="2130547"/>
          <a:ext cx="3314700" cy="209629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68441">
                  <a:extLst>
                    <a:ext uri="{9D8B030D-6E8A-4147-A177-3AD203B41FA5}">
                      <a16:colId xmlns:a16="http://schemas.microsoft.com/office/drawing/2014/main" val="4005523216"/>
                    </a:ext>
                  </a:extLst>
                </a:gridCol>
                <a:gridCol w="941587">
                  <a:extLst>
                    <a:ext uri="{9D8B030D-6E8A-4147-A177-3AD203B41FA5}">
                      <a16:colId xmlns:a16="http://schemas.microsoft.com/office/drawing/2014/main" val="1052799134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978846127"/>
                    </a:ext>
                  </a:extLst>
                </a:gridCol>
              </a:tblGrid>
              <a:tr h="4192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Classe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02228259"/>
                  </a:ext>
                </a:extLst>
              </a:tr>
              <a:tr h="4192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2.2%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35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2968299"/>
                  </a:ext>
                </a:extLst>
              </a:tr>
              <a:tr h="4192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21.8%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9650010"/>
                  </a:ext>
                </a:extLst>
              </a:tr>
              <a:tr h="4192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57.1%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85298248"/>
                  </a:ext>
                </a:extLst>
              </a:tr>
              <a:tr h="419258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18.9%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122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54538454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B11B9FA6-28A2-5C5D-1D4B-530CED6E049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52871478"/>
              </p:ext>
            </p:extLst>
          </p:nvPr>
        </p:nvGraphicFramePr>
        <p:xfrm>
          <a:off x="6742176" y="2048223"/>
          <a:ext cx="4676298" cy="3088503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426874">
                  <a:extLst>
                    <a:ext uri="{9D8B030D-6E8A-4147-A177-3AD203B41FA5}">
                      <a16:colId xmlns:a16="http://schemas.microsoft.com/office/drawing/2014/main" val="3830850835"/>
                    </a:ext>
                  </a:extLst>
                </a:gridCol>
                <a:gridCol w="1230726">
                  <a:extLst>
                    <a:ext uri="{9D8B030D-6E8A-4147-A177-3AD203B41FA5}">
                      <a16:colId xmlns:a16="http://schemas.microsoft.com/office/drawing/2014/main" val="2466467260"/>
                    </a:ext>
                  </a:extLst>
                </a:gridCol>
                <a:gridCol w="1018698">
                  <a:extLst>
                    <a:ext uri="{9D8B030D-6E8A-4147-A177-3AD203B41FA5}">
                      <a16:colId xmlns:a16="http://schemas.microsoft.com/office/drawing/2014/main" val="2558472735"/>
                    </a:ext>
                  </a:extLst>
                </a:gridCol>
              </a:tblGrid>
              <a:tr h="343167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Vert%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64104970"/>
                  </a:ext>
                </a:extLst>
              </a:tr>
              <a:tr h="343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Evangélicas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21.1%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92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4857384"/>
                  </a:ext>
                </a:extLst>
              </a:tr>
              <a:tr h="343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Afro-Brasileiras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4.2%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95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0675986"/>
                  </a:ext>
                </a:extLst>
              </a:tr>
              <a:tr h="343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Católica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23.2%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97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57688601"/>
                  </a:ext>
                </a:extLst>
              </a:tr>
              <a:tr h="343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Espírita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4.5%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32849078"/>
                  </a:ext>
                </a:extLst>
              </a:tr>
              <a:tr h="343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Judaica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170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4627121"/>
                  </a:ext>
                </a:extLst>
              </a:tr>
              <a:tr h="343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Orientais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68022188"/>
                  </a:ext>
                </a:extLst>
              </a:tr>
              <a:tr h="343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Outras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35634174"/>
                  </a:ext>
                </a:extLst>
              </a:tr>
              <a:tr h="3431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Não</a:t>
                      </a:r>
                      <a:r>
                        <a:rPr lang="en-US" sz="1800" dirty="0">
                          <a:effectLst/>
                        </a:rPr>
                        <a:t> segue </a:t>
                      </a: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21.4%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80441881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D7531743-8EE8-F0FD-FAF0-12F75DD203F0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277273451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5CA12E7-D62C-706A-F536-5BB29EBB71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86C1746D-50F8-9B36-F010-B98EBCD02A36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CB1845F-07FB-EE0A-54EB-51DAD67F3855}"/>
              </a:ext>
            </a:extLst>
          </p:cNvPr>
          <p:cNvSpPr txBox="1"/>
          <p:nvPr/>
        </p:nvSpPr>
        <p:spPr>
          <a:xfrm>
            <a:off x="392989" y="368547"/>
            <a:ext cx="4603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Interesses e Crenças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3B9B0D56-04C8-DD6D-8731-560907F50453}"/>
              </a:ext>
            </a:extLst>
          </p:cNvPr>
          <p:cNvSpPr txBox="1"/>
          <p:nvPr/>
        </p:nvSpPr>
        <p:spPr>
          <a:xfrm>
            <a:off x="10242412" y="368547"/>
            <a:ext cx="1658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Lulistas</a:t>
            </a:r>
          </a:p>
        </p:txBody>
      </p:sp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1EDB99DC-C52D-5656-8CB1-EDF011CCF7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49333333"/>
              </p:ext>
            </p:extLst>
          </p:nvPr>
        </p:nvGraphicFramePr>
        <p:xfrm>
          <a:off x="539496" y="1717150"/>
          <a:ext cx="11113008" cy="4772303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8953396">
                  <a:extLst>
                    <a:ext uri="{9D8B030D-6E8A-4147-A177-3AD203B41FA5}">
                      <a16:colId xmlns:a16="http://schemas.microsoft.com/office/drawing/2014/main" val="3860545094"/>
                    </a:ext>
                  </a:extLst>
                </a:gridCol>
                <a:gridCol w="1079806">
                  <a:extLst>
                    <a:ext uri="{9D8B030D-6E8A-4147-A177-3AD203B41FA5}">
                      <a16:colId xmlns:a16="http://schemas.microsoft.com/office/drawing/2014/main" val="2359044966"/>
                    </a:ext>
                  </a:extLst>
                </a:gridCol>
                <a:gridCol w="1079806">
                  <a:extLst>
                    <a:ext uri="{9D8B030D-6E8A-4147-A177-3AD203B41FA5}">
                      <a16:colId xmlns:a16="http://schemas.microsoft.com/office/drawing/2014/main" val="1028355974"/>
                    </a:ext>
                  </a:extLst>
                </a:gridCol>
              </a:tblGrid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LULISTAS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Vert%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Afinidade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6119025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muito importante estar bem-informado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44731059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Creio que devemos lutar pela igualdade de todos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83370903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Reciclar é um dever de todos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2044903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importante seguir aprendendo coisas novas no decorrer da vida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101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267833785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importante sentir-se respeitado pelos nossos colegas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56509723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Minha fé é realmente importante para mim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02867462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Deve-se aproveitar as oportunidades quando surgem na vida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50824759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Se na primeira vez não se triunfa deve-se prosseguir tentando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101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3751547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 educação dos meus filhos é prioridade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34647265"/>
                  </a:ext>
                </a:extLst>
              </a:tr>
              <a:tr h="311721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Eu me preocupo com a poluição e o congestionamento causados pelos automóveis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824486190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Eu me preocupo muito com o problema da violência e criminalidade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88%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28712793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Minha casa é o melhor lugar do mundo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965616756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Gosto de produtos que facilitem o meu dia a dia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99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22043747"/>
                  </a:ext>
                </a:extLst>
              </a:tr>
              <a:tr h="26892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Faço um esforço para reduzir o consumo de água em minha casa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104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380282340"/>
                  </a:ext>
                </a:extLst>
              </a:tr>
              <a:tr h="48675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Vale a pena pagar um pouco mais por produtos de higiene pessoal de boa qualidade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97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92959660"/>
                  </a:ext>
                </a:extLst>
              </a:tr>
            </a:tbl>
          </a:graphicData>
        </a:graphic>
      </p:graphicFrame>
      <p:sp>
        <p:nvSpPr>
          <p:cNvPr id="10" name="CaixaDeTexto 9">
            <a:extLst>
              <a:ext uri="{FF2B5EF4-FFF2-40B4-BE49-F238E27FC236}">
                <a16:creationId xmlns:a16="http://schemas.microsoft.com/office/drawing/2014/main" id="{19E73C70-92BC-92A4-C796-157351B630C9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415626157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B833AD7-10AA-22E9-B301-D08F80264F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9A4E4210-19BE-7E32-DDCF-C09257886BC5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7F1F5E8-4A92-39AC-1688-70279FCEC761}"/>
              </a:ext>
            </a:extLst>
          </p:cNvPr>
          <p:cNvSpPr txBox="1"/>
          <p:nvPr/>
        </p:nvSpPr>
        <p:spPr>
          <a:xfrm>
            <a:off x="374701" y="423411"/>
            <a:ext cx="820224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Hábitos de Midia/ Consumo dos meios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C829D5B7-4C39-5D6B-B9D5-09B0E9442F28}"/>
              </a:ext>
            </a:extLst>
          </p:cNvPr>
          <p:cNvSpPr txBox="1"/>
          <p:nvPr/>
        </p:nvSpPr>
        <p:spPr>
          <a:xfrm>
            <a:off x="10224124" y="423411"/>
            <a:ext cx="1658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Lulistas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86B44802-3A8C-7930-2C62-8E4C052366F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6840117"/>
              </p:ext>
            </p:extLst>
          </p:nvPr>
        </p:nvGraphicFramePr>
        <p:xfrm>
          <a:off x="2913950" y="1881985"/>
          <a:ext cx="6364099" cy="440462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483845">
                  <a:extLst>
                    <a:ext uri="{9D8B030D-6E8A-4147-A177-3AD203B41FA5}">
                      <a16:colId xmlns:a16="http://schemas.microsoft.com/office/drawing/2014/main" val="3839645236"/>
                    </a:ext>
                  </a:extLst>
                </a:gridCol>
                <a:gridCol w="1345195">
                  <a:extLst>
                    <a:ext uri="{9D8B030D-6E8A-4147-A177-3AD203B41FA5}">
                      <a16:colId xmlns:a16="http://schemas.microsoft.com/office/drawing/2014/main" val="2253094260"/>
                    </a:ext>
                  </a:extLst>
                </a:gridCol>
                <a:gridCol w="1535059">
                  <a:extLst>
                    <a:ext uri="{9D8B030D-6E8A-4147-A177-3AD203B41FA5}">
                      <a16:colId xmlns:a16="http://schemas.microsoft.com/office/drawing/2014/main" val="1263072244"/>
                    </a:ext>
                  </a:extLst>
                </a:gridCol>
              </a:tblGrid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Meio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89836698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Internet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0953636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OOH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126113620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Redes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39405304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TV Aberta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38668471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Radio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70954831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Streaming de Música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81022373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VOD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26640920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Pay</a:t>
                      </a: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TV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0782041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Jornal Online: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42869564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Podcast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9590996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Rádio Online: Ouviu-U7d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73189410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Revista Online: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38867668"/>
                  </a:ext>
                </a:extLst>
              </a:tr>
              <a:tr h="31461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Cinema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36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26398256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C4BD2836-6E46-91F1-F9E5-7D17CF0FC480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404293994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3E5FCAE-786B-15B5-2FF0-B38B3E75F1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tângulo: Cantos Arredondados 4">
            <a:extLst>
              <a:ext uri="{FF2B5EF4-FFF2-40B4-BE49-F238E27FC236}">
                <a16:creationId xmlns:a16="http://schemas.microsoft.com/office/drawing/2014/main" id="{D9E9114F-8D21-0B8F-5899-214642DEE669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31BF72A-91B8-0321-68D1-EEA0CDE913AD}"/>
              </a:ext>
            </a:extLst>
          </p:cNvPr>
          <p:cNvSpPr txBox="1"/>
          <p:nvPr/>
        </p:nvSpPr>
        <p:spPr>
          <a:xfrm>
            <a:off x="429565" y="313683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Relação &amp; Hábitos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B4E2437D-4154-51BA-A774-3F5C42F42E43}"/>
              </a:ext>
            </a:extLst>
          </p:cNvPr>
          <p:cNvSpPr txBox="1"/>
          <p:nvPr/>
        </p:nvSpPr>
        <p:spPr>
          <a:xfrm>
            <a:off x="10278988" y="313683"/>
            <a:ext cx="165846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Lulistas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6DB0F578-5254-CF74-3B08-0339D2BE1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3263565"/>
              </p:ext>
            </p:extLst>
          </p:nvPr>
        </p:nvGraphicFramePr>
        <p:xfrm>
          <a:off x="2487168" y="2304288"/>
          <a:ext cx="6382512" cy="367589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000700">
                  <a:extLst>
                    <a:ext uri="{9D8B030D-6E8A-4147-A177-3AD203B41FA5}">
                      <a16:colId xmlns:a16="http://schemas.microsoft.com/office/drawing/2014/main" val="1741924292"/>
                    </a:ext>
                  </a:extLst>
                </a:gridCol>
                <a:gridCol w="1190906">
                  <a:extLst>
                    <a:ext uri="{9D8B030D-6E8A-4147-A177-3AD203B41FA5}">
                      <a16:colId xmlns:a16="http://schemas.microsoft.com/office/drawing/2014/main" val="2496633116"/>
                    </a:ext>
                  </a:extLst>
                </a:gridCol>
                <a:gridCol w="1190906">
                  <a:extLst>
                    <a:ext uri="{9D8B030D-6E8A-4147-A177-3AD203B41FA5}">
                      <a16:colId xmlns:a16="http://schemas.microsoft.com/office/drawing/2014/main" val="1543899993"/>
                    </a:ext>
                  </a:extLst>
                </a:gridCol>
              </a:tblGrid>
              <a:tr h="498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Prioridades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73662038"/>
                  </a:ext>
                </a:extLst>
              </a:tr>
              <a:tr h="498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economia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72605889"/>
                  </a:ext>
                </a:extLst>
              </a:tr>
              <a:tr h="498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Combate à violência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97878264"/>
                  </a:ext>
                </a:extLst>
              </a:tr>
              <a:tr h="498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saúde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43288056"/>
                  </a:ext>
                </a:extLst>
              </a:tr>
              <a:tr h="498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Combater a Corrupção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25135609"/>
                  </a:ext>
                </a:extLst>
              </a:tr>
              <a:tr h="49817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Cuidar da Educação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4426858"/>
                  </a:ext>
                </a:extLst>
              </a:tr>
              <a:tr h="68684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Atenção com problemas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01562851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356DD016-422B-EED8-0ECC-6E6F94D2ADBC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299482530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B5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4D809D-ADAC-8C7E-0D87-00AFAC0D3F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F4B537D1-3071-EE2F-647A-E1D38159A962}"/>
              </a:ext>
            </a:extLst>
          </p:cNvPr>
          <p:cNvSpPr txBox="1"/>
          <p:nvPr/>
        </p:nvSpPr>
        <p:spPr>
          <a:xfrm>
            <a:off x="2350006" y="2644170"/>
            <a:ext cx="7491987" cy="156966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Esquerda não Lulista</a:t>
            </a:r>
          </a:p>
          <a:p>
            <a:pPr algn="ctr"/>
            <a:r>
              <a:rPr lang="pt-BR" sz="3600" b="1" dirty="0">
                <a:solidFill>
                  <a:schemeClr val="bg1"/>
                </a:solidFill>
              </a:rPr>
              <a:t>36.099.799 eleitores</a:t>
            </a:r>
          </a:p>
        </p:txBody>
      </p:sp>
    </p:spTree>
    <p:extLst>
      <p:ext uri="{BB962C8B-B14F-4D97-AF65-F5344CB8AC3E}">
        <p14:creationId xmlns:p14="http://schemas.microsoft.com/office/powerpoint/2010/main" val="273637536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C739A7-A743-FD24-B2D1-C02C887351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EABB01A-E193-C779-052B-D7517800D87B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FBA26D1-C922-0B6D-9B9F-B46D74D27FA7}"/>
              </a:ext>
            </a:extLst>
          </p:cNvPr>
          <p:cNvSpPr txBox="1"/>
          <p:nvPr/>
        </p:nvSpPr>
        <p:spPr>
          <a:xfrm>
            <a:off x="283261" y="386835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Definição do Público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36D34024-0F73-1690-6A47-1949D35639CE}"/>
              </a:ext>
            </a:extLst>
          </p:cNvPr>
          <p:cNvSpPr txBox="1"/>
          <p:nvPr/>
        </p:nvSpPr>
        <p:spPr>
          <a:xfrm>
            <a:off x="7946611" y="386835"/>
            <a:ext cx="4080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Esquerda não Lulista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2A4614F-6902-A585-B018-0BE139D5C2C2}"/>
              </a:ext>
            </a:extLst>
          </p:cNvPr>
          <p:cNvSpPr txBox="1"/>
          <p:nvPr/>
        </p:nvSpPr>
        <p:spPr>
          <a:xfrm>
            <a:off x="713232" y="2322575"/>
            <a:ext cx="1113739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Esquerda não Lulista reúne eleitores que se identificam com pautas progressistas e votam em candidatos de esquerda, mas não simpatizam com o Lula. Uma parcela  também se beneficia de políticas públicas do governo, porém fazem questão de marcar distância do lulismo. Com maioria feminina (55%) , 25+ anos, mas com maior concentração entre 35 e 54 anos.</a:t>
            </a:r>
          </a:p>
          <a:p>
            <a:endParaRPr lang="pt-BR" dirty="0"/>
          </a:p>
          <a:p>
            <a:r>
              <a:rPr lang="pt-BR" dirty="0"/>
              <a:t>Têm um perfil curioso: são os maiores consumidores de rádio entre todos os grupos — escutam rádio para se informar, para se entreter, e a possibilidade de ouvir rádio online mudou seus hábitos. Também confiam na televisão como fonte de informação. São atentos à saúde (verificam conteúdo nutricional e contam calorias), preocupados com o meio ambiente (ainda que de forma pragmática: "só vale a pena se eu poupar dinheiro"), e gostam de promoções e sorteios.</a:t>
            </a:r>
          </a:p>
          <a:p>
            <a:r>
              <a:rPr lang="pt-BR" dirty="0"/>
              <a:t>Distribuem-se entre as classes BCDE, com renda média familiar de R$ 4.391. São buscadores de ofertas e fashionistas. Gostam de dançar, caminhar e ir à academia. São engajados, informados e exigentes — mas o Lula não é o candidato deles.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0D604694-AAC1-99E1-4EDD-65D9ED2CE1F7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3533320065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7F23DA-1C21-6B1F-3D3E-1E32B95896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02FB62B4-54A4-AA49-9B88-628023607B1E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B8CFD2E-36C1-5E5B-F841-0020D8E029A6}"/>
              </a:ext>
            </a:extLst>
          </p:cNvPr>
          <p:cNvSpPr txBox="1"/>
          <p:nvPr/>
        </p:nvSpPr>
        <p:spPr>
          <a:xfrm>
            <a:off x="283261" y="368547"/>
            <a:ext cx="408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Perfil Demográfico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8DC57726-3D66-B070-DA7B-4E923AC5A179}"/>
              </a:ext>
            </a:extLst>
          </p:cNvPr>
          <p:cNvSpPr txBox="1"/>
          <p:nvPr/>
        </p:nvSpPr>
        <p:spPr>
          <a:xfrm>
            <a:off x="7946611" y="368547"/>
            <a:ext cx="4080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Esquerda não Lulista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479B777-4702-9E92-ACCB-96A579E0F9A9}"/>
              </a:ext>
            </a:extLst>
          </p:cNvPr>
          <p:cNvSpPr txBox="1"/>
          <p:nvPr/>
        </p:nvSpPr>
        <p:spPr>
          <a:xfrm>
            <a:off x="8237457" y="5099326"/>
            <a:ext cx="3859266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Pai/Mãe/Responsável no domicílio: 49.0%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Educação Superior (completo ou incompleto): 52.4%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Trabalha: 58.6%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949EBD5-1C42-7549-A846-E31CBAD91D5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76243919"/>
              </p:ext>
            </p:extLst>
          </p:nvPr>
        </p:nvGraphicFramePr>
        <p:xfrm>
          <a:off x="185986" y="2060072"/>
          <a:ext cx="3395880" cy="8923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1960">
                  <a:extLst>
                    <a:ext uri="{9D8B030D-6E8A-4147-A177-3AD203B41FA5}">
                      <a16:colId xmlns:a16="http://schemas.microsoft.com/office/drawing/2014/main" val="3212008483"/>
                    </a:ext>
                  </a:extLst>
                </a:gridCol>
                <a:gridCol w="1131960">
                  <a:extLst>
                    <a:ext uri="{9D8B030D-6E8A-4147-A177-3AD203B41FA5}">
                      <a16:colId xmlns:a16="http://schemas.microsoft.com/office/drawing/2014/main" val="2128548647"/>
                    </a:ext>
                  </a:extLst>
                </a:gridCol>
                <a:gridCol w="1131960">
                  <a:extLst>
                    <a:ext uri="{9D8B030D-6E8A-4147-A177-3AD203B41FA5}">
                      <a16:colId xmlns:a16="http://schemas.microsoft.com/office/drawing/2014/main" val="1537675907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46063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Homem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45.3%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643418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Mulher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54.7%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6880915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83C28B50-370C-BC9D-A5E4-6BA669C8858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59844281"/>
              </p:ext>
            </p:extLst>
          </p:nvPr>
        </p:nvGraphicFramePr>
        <p:xfrm>
          <a:off x="3984743" y="1827121"/>
          <a:ext cx="3752562" cy="2379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50854">
                  <a:extLst>
                    <a:ext uri="{9D8B030D-6E8A-4147-A177-3AD203B41FA5}">
                      <a16:colId xmlns:a16="http://schemas.microsoft.com/office/drawing/2014/main" val="2753803893"/>
                    </a:ext>
                  </a:extLst>
                </a:gridCol>
                <a:gridCol w="1250854">
                  <a:extLst>
                    <a:ext uri="{9D8B030D-6E8A-4147-A177-3AD203B41FA5}">
                      <a16:colId xmlns:a16="http://schemas.microsoft.com/office/drawing/2014/main" val="2883153708"/>
                    </a:ext>
                  </a:extLst>
                </a:gridCol>
                <a:gridCol w="1250854">
                  <a:extLst>
                    <a:ext uri="{9D8B030D-6E8A-4147-A177-3AD203B41FA5}">
                      <a16:colId xmlns:a16="http://schemas.microsoft.com/office/drawing/2014/main" val="33956099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Faixa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747484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12-19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2.7%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3743854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20-24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5.3%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55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224390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25-34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15.7%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882214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35-44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21.5%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022085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45-54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23.2%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55147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55-64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19.2%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131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16376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65-75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12.4%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45405687"/>
                  </a:ext>
                </a:extLst>
              </a:tr>
            </a:tbl>
          </a:graphicData>
        </a:graphic>
      </p:graphicFrame>
      <p:graphicFrame>
        <p:nvGraphicFramePr>
          <p:cNvPr id="16" name="Tabela 15">
            <a:extLst>
              <a:ext uri="{FF2B5EF4-FFF2-40B4-BE49-F238E27FC236}">
                <a16:creationId xmlns:a16="http://schemas.microsoft.com/office/drawing/2014/main" id="{ADBD96BF-7765-FE9A-FB8C-BFD9C5BEAC5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46363793"/>
              </p:ext>
            </p:extLst>
          </p:nvPr>
        </p:nvGraphicFramePr>
        <p:xfrm>
          <a:off x="125705" y="3841893"/>
          <a:ext cx="3657600" cy="1784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19200">
                  <a:extLst>
                    <a:ext uri="{9D8B030D-6E8A-4147-A177-3AD203B41FA5}">
                      <a16:colId xmlns:a16="http://schemas.microsoft.com/office/drawing/2014/main" val="2994036921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629426876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396558301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Raça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029557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Preto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13.0%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623960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Pardo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35.1%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533185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Indígena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94301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Branco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30.7%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673813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Amarelo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1.3%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102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57474257"/>
                  </a:ext>
                </a:extLst>
              </a:tr>
            </a:tbl>
          </a:graphicData>
        </a:graphic>
      </p:graphicFrame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DF457851-25D7-B351-1BA9-AEF7869A6D1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44809685"/>
              </p:ext>
            </p:extLst>
          </p:nvPr>
        </p:nvGraphicFramePr>
        <p:xfrm>
          <a:off x="3998426" y="4882912"/>
          <a:ext cx="3657600" cy="148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75342">
                  <a:extLst>
                    <a:ext uri="{9D8B030D-6E8A-4147-A177-3AD203B41FA5}">
                      <a16:colId xmlns:a16="http://schemas.microsoft.com/office/drawing/2014/main" val="975739568"/>
                    </a:ext>
                  </a:extLst>
                </a:gridCol>
                <a:gridCol w="863058">
                  <a:extLst>
                    <a:ext uri="{9D8B030D-6E8A-4147-A177-3AD203B41FA5}">
                      <a16:colId xmlns:a16="http://schemas.microsoft.com/office/drawing/2014/main" val="2448506097"/>
                    </a:ext>
                  </a:extLst>
                </a:gridCol>
                <a:gridCol w="1219200">
                  <a:extLst>
                    <a:ext uri="{9D8B030D-6E8A-4147-A177-3AD203B41FA5}">
                      <a16:colId xmlns:a16="http://schemas.microsoft.com/office/drawing/2014/main" val="11103284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Estado Civil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4698059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Solteiro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35.2%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08663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Casado(a)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48.9%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1184923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Divorciado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11.0%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76624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Viúvo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5.0%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55092674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80B05B64-B49D-5698-C6F4-AEBD2B3A26E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02487442"/>
              </p:ext>
            </p:extLst>
          </p:nvPr>
        </p:nvGraphicFramePr>
        <p:xfrm>
          <a:off x="8013397" y="1812399"/>
          <a:ext cx="4150113" cy="30464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786051">
                  <a:extLst>
                    <a:ext uri="{9D8B030D-6E8A-4147-A177-3AD203B41FA5}">
                      <a16:colId xmlns:a16="http://schemas.microsoft.com/office/drawing/2014/main" val="1111388592"/>
                    </a:ext>
                  </a:extLst>
                </a:gridCol>
                <a:gridCol w="806316">
                  <a:extLst>
                    <a:ext uri="{9D8B030D-6E8A-4147-A177-3AD203B41FA5}">
                      <a16:colId xmlns:a16="http://schemas.microsoft.com/office/drawing/2014/main" val="2871941800"/>
                    </a:ext>
                  </a:extLst>
                </a:gridCol>
                <a:gridCol w="557746">
                  <a:extLst>
                    <a:ext uri="{9D8B030D-6E8A-4147-A177-3AD203B41FA5}">
                      <a16:colId xmlns:a16="http://schemas.microsoft.com/office/drawing/2014/main" val="305600619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Estágio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Vert%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Afi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65307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Casais maduros </a:t>
                      </a:r>
                      <a:r>
                        <a:rPr lang="en-US" sz="1800" dirty="0" err="1">
                          <a:effectLst/>
                        </a:rPr>
                        <a:t>sem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filhos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1.3%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151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76297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Casais de ninho vazio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8.1%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140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865646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800" dirty="0">
                          <a:effectLst/>
                        </a:rPr>
                        <a:t>Pais que vivem com filhos jovens/ adultos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15.2%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126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06413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Solteiros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que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não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trabalham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10.0%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118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416807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800" dirty="0">
                          <a:effectLst/>
                        </a:rPr>
                        <a:t>Pais com adolescentes em idade escolar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7.1%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117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94897657"/>
                  </a:ext>
                </a:extLst>
              </a:tr>
            </a:tbl>
          </a:graphicData>
        </a:graphic>
      </p:graphicFrame>
      <p:sp>
        <p:nvSpPr>
          <p:cNvPr id="19" name="CaixaDeTexto 18">
            <a:extLst>
              <a:ext uri="{FF2B5EF4-FFF2-40B4-BE49-F238E27FC236}">
                <a16:creationId xmlns:a16="http://schemas.microsoft.com/office/drawing/2014/main" id="{61750287-7F7A-2295-E991-ED1BE007A9A6}"/>
              </a:ext>
            </a:extLst>
          </p:cNvPr>
          <p:cNvSpPr txBox="1"/>
          <p:nvPr/>
        </p:nvSpPr>
        <p:spPr>
          <a:xfrm>
            <a:off x="125705" y="1681054"/>
            <a:ext cx="1213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Gênero</a:t>
            </a:r>
          </a:p>
        </p:txBody>
      </p:sp>
      <p:sp>
        <p:nvSpPr>
          <p:cNvPr id="20" name="CaixaDeTexto 19">
            <a:extLst>
              <a:ext uri="{FF2B5EF4-FFF2-40B4-BE49-F238E27FC236}">
                <a16:creationId xmlns:a16="http://schemas.microsoft.com/office/drawing/2014/main" id="{07F38BA4-838C-2A70-A6E8-AC74C96A6B16}"/>
              </a:ext>
            </a:extLst>
          </p:cNvPr>
          <p:cNvSpPr txBox="1"/>
          <p:nvPr/>
        </p:nvSpPr>
        <p:spPr>
          <a:xfrm>
            <a:off x="4020264" y="1450222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Idade</a:t>
            </a:r>
          </a:p>
        </p:txBody>
      </p:sp>
      <p:sp>
        <p:nvSpPr>
          <p:cNvPr id="21" name="CaixaDeTexto 20">
            <a:extLst>
              <a:ext uri="{FF2B5EF4-FFF2-40B4-BE49-F238E27FC236}">
                <a16:creationId xmlns:a16="http://schemas.microsoft.com/office/drawing/2014/main" id="{69CB757A-6192-B2FC-013F-94A7BA3100AC}"/>
              </a:ext>
            </a:extLst>
          </p:cNvPr>
          <p:cNvSpPr txBox="1"/>
          <p:nvPr/>
        </p:nvSpPr>
        <p:spPr>
          <a:xfrm>
            <a:off x="125705" y="3398197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Raça</a:t>
            </a:r>
          </a:p>
        </p:txBody>
      </p:sp>
      <p:sp>
        <p:nvSpPr>
          <p:cNvPr id="22" name="CaixaDeTexto 21">
            <a:extLst>
              <a:ext uri="{FF2B5EF4-FFF2-40B4-BE49-F238E27FC236}">
                <a16:creationId xmlns:a16="http://schemas.microsoft.com/office/drawing/2014/main" id="{4DA29024-1549-F088-181C-A037CC5F1074}"/>
              </a:ext>
            </a:extLst>
          </p:cNvPr>
          <p:cNvSpPr txBox="1"/>
          <p:nvPr/>
        </p:nvSpPr>
        <p:spPr>
          <a:xfrm>
            <a:off x="4020264" y="4503362"/>
            <a:ext cx="1840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Estado Civil</a:t>
            </a:r>
          </a:p>
        </p:txBody>
      </p:sp>
      <p:sp>
        <p:nvSpPr>
          <p:cNvPr id="23" name="CaixaDeTexto 22">
            <a:extLst>
              <a:ext uri="{FF2B5EF4-FFF2-40B4-BE49-F238E27FC236}">
                <a16:creationId xmlns:a16="http://schemas.microsoft.com/office/drawing/2014/main" id="{3C6BAD1F-A07E-3AEB-DC01-22466D1F3C82}"/>
              </a:ext>
            </a:extLst>
          </p:cNvPr>
          <p:cNvSpPr txBox="1"/>
          <p:nvPr/>
        </p:nvSpPr>
        <p:spPr>
          <a:xfrm>
            <a:off x="7967359" y="1404654"/>
            <a:ext cx="2273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Estágio de vida</a:t>
            </a: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BE21D2F6-78CB-A67D-63A7-0589242B695C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27334131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D68DD77-2662-98B1-1F8A-7D6E90B7E5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7E1AC8B5-7673-0DED-61DB-BECCA192A662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F68466C8-50C0-85D2-571C-A1897D3FABC9}"/>
              </a:ext>
            </a:extLst>
          </p:cNvPr>
          <p:cNvSpPr txBox="1"/>
          <p:nvPr/>
        </p:nvSpPr>
        <p:spPr>
          <a:xfrm>
            <a:off x="264973" y="331971"/>
            <a:ext cx="4929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Classe Social e Renda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3525E9C-66A0-81B9-DB1A-B0A73229414B}"/>
              </a:ext>
            </a:extLst>
          </p:cNvPr>
          <p:cNvSpPr txBox="1"/>
          <p:nvPr/>
        </p:nvSpPr>
        <p:spPr>
          <a:xfrm>
            <a:off x="7928323" y="331971"/>
            <a:ext cx="4080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Esquerda não Lulista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7B59AC4B-15EE-2234-61CC-C084001F3EAE}"/>
              </a:ext>
            </a:extLst>
          </p:cNvPr>
          <p:cNvSpPr txBox="1"/>
          <p:nvPr/>
        </p:nvSpPr>
        <p:spPr>
          <a:xfrm>
            <a:off x="3465456" y="5834318"/>
            <a:ext cx="6099048" cy="3921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15000"/>
              </a:lnSpc>
              <a:spcAft>
                <a:spcPts val="1000"/>
              </a:spcAft>
              <a:buNone/>
            </a:pP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Renda Média Mensal Familiar: R$ 4.391</a:t>
            </a: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2A2AEA28-B1F2-2E41-6D42-D602C66AC834}"/>
              </a:ext>
            </a:extLst>
          </p:cNvPr>
          <p:cNvSpPr txBox="1"/>
          <p:nvPr/>
        </p:nvSpPr>
        <p:spPr>
          <a:xfrm>
            <a:off x="737616" y="1628323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Classe Social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0517BD33-058C-4784-389C-D5BE0D46684C}"/>
              </a:ext>
            </a:extLst>
          </p:cNvPr>
          <p:cNvSpPr txBox="1"/>
          <p:nvPr/>
        </p:nvSpPr>
        <p:spPr>
          <a:xfrm>
            <a:off x="6742176" y="1660661"/>
            <a:ext cx="130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Religião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EAED4DB-3E41-371A-BDA2-59FB4B450C8D}"/>
              </a:ext>
            </a:extLst>
          </p:cNvPr>
          <p:cNvSpPr txBox="1"/>
          <p:nvPr/>
        </p:nvSpPr>
        <p:spPr>
          <a:xfrm>
            <a:off x="3465456" y="5372653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Renda: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0EA3C2E3-E9FE-E8C5-F252-3869A3A4576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48397925"/>
              </p:ext>
            </p:extLst>
          </p:nvPr>
        </p:nvGraphicFramePr>
        <p:xfrm>
          <a:off x="445008" y="2152953"/>
          <a:ext cx="4236720" cy="148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3604333496"/>
                    </a:ext>
                  </a:extLst>
                </a:gridCol>
                <a:gridCol w="1018032">
                  <a:extLst>
                    <a:ext uri="{9D8B030D-6E8A-4147-A177-3AD203B41FA5}">
                      <a16:colId xmlns:a16="http://schemas.microsoft.com/office/drawing/2014/main" val="4009472676"/>
                    </a:ext>
                  </a:extLst>
                </a:gridCol>
                <a:gridCol w="1389888">
                  <a:extLst>
                    <a:ext uri="{9D8B030D-6E8A-4147-A177-3AD203B41FA5}">
                      <a16:colId xmlns:a16="http://schemas.microsoft.com/office/drawing/2014/main" val="3971844064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Classe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44865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4.3%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68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034726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28.2%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701504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49.9%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102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234267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17.7%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4998690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AFF6FD7C-28FE-7E26-D67E-A1800BE6FD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26592095"/>
              </p:ext>
            </p:extLst>
          </p:nvPr>
        </p:nvGraphicFramePr>
        <p:xfrm>
          <a:off x="5313875" y="2152953"/>
          <a:ext cx="5486400" cy="26769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111053">
                  <a:extLst>
                    <a:ext uri="{9D8B030D-6E8A-4147-A177-3AD203B41FA5}">
                      <a16:colId xmlns:a16="http://schemas.microsoft.com/office/drawing/2014/main" val="3763707235"/>
                    </a:ext>
                  </a:extLst>
                </a:gridCol>
                <a:gridCol w="1546547">
                  <a:extLst>
                    <a:ext uri="{9D8B030D-6E8A-4147-A177-3AD203B41FA5}">
                      <a16:colId xmlns:a16="http://schemas.microsoft.com/office/drawing/2014/main" val="206686417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91779208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8058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Evangélicas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23.0%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100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180910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Afro-Brasileiras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94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020650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Católica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27.2%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08824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Espírita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0868734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Judaica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108090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Orientais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065846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Outras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571754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Não</a:t>
                      </a:r>
                      <a:r>
                        <a:rPr lang="en-US" sz="1800" dirty="0">
                          <a:effectLst/>
                        </a:rPr>
                        <a:t> segue </a:t>
                      </a: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20.4%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74248948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1345FC25-D50F-FB73-9B57-6F00BA223D41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310224522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1F4B8C-FCC8-DCB0-5AEF-DD966D1D754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86BDE3A-1AEC-5ADF-88BC-C4AF7C1CE342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1691D6C-8BAB-1756-E622-5E6729688150}"/>
              </a:ext>
            </a:extLst>
          </p:cNvPr>
          <p:cNvSpPr txBox="1"/>
          <p:nvPr/>
        </p:nvSpPr>
        <p:spPr>
          <a:xfrm>
            <a:off x="301549" y="350259"/>
            <a:ext cx="4603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Interesses e Crenças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C5616D-87B0-F92D-DC9C-1FF71FA6F1CF}"/>
              </a:ext>
            </a:extLst>
          </p:cNvPr>
          <p:cNvSpPr txBox="1"/>
          <p:nvPr/>
        </p:nvSpPr>
        <p:spPr>
          <a:xfrm>
            <a:off x="7964899" y="350259"/>
            <a:ext cx="4080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Esquerda não Lulista</a:t>
            </a: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A7310AC2-65E4-EE90-A344-055B10529A3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53641033"/>
              </p:ext>
            </p:extLst>
          </p:nvPr>
        </p:nvGraphicFramePr>
        <p:xfrm>
          <a:off x="301550" y="1905000"/>
          <a:ext cx="11744146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581194">
                  <a:extLst>
                    <a:ext uri="{9D8B030D-6E8A-4147-A177-3AD203B41FA5}">
                      <a16:colId xmlns:a16="http://schemas.microsoft.com/office/drawing/2014/main" val="1409226633"/>
                    </a:ext>
                  </a:extLst>
                </a:gridCol>
                <a:gridCol w="1081476">
                  <a:extLst>
                    <a:ext uri="{9D8B030D-6E8A-4147-A177-3AD203B41FA5}">
                      <a16:colId xmlns:a16="http://schemas.microsoft.com/office/drawing/2014/main" val="2445379498"/>
                    </a:ext>
                  </a:extLst>
                </a:gridCol>
                <a:gridCol w="1081476">
                  <a:extLst>
                    <a:ext uri="{9D8B030D-6E8A-4147-A177-3AD203B41FA5}">
                      <a16:colId xmlns:a16="http://schemas.microsoft.com/office/drawing/2014/main" val="3498287260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ESQUERDA NÃO LULISTAS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Vert%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Afinidade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465089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muito importante estar bem-informado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102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578003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Reciclar é um dever de todos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809240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importante seguir aprendendo coisas novas no decorrer da vida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505287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Creio que devemos lutar pela igualdade de todos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77651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Eu me preocupo muito com o problema da violência e criminalidade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111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85937879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 educação dos meus filhos é prioridade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2885716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Tenho prazer em passar tempo com a minha família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21977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É importante sentir-se respeitado pelos nossos colegas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455676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Faço um esforço para reduzir o consumo de água em minha casa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793878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Deve-se aproveitar as oportunidades quando surgem na vida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925293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Vale a pena pagar um pouco mais por produtos de higiene pessoal de boa qualidade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706647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Minha fé é realmente importante para mim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347951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As empresas deveriam ajudar os consumidores a ser responsáveis com o meio ambiente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111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8345644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u sempre procuro os melhores preços ao comprar um equipamento eletrônico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425728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Eu me preocupo com a poluição e o congestionamento causados pelos automóveis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109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8601654"/>
                  </a:ext>
                </a:extLst>
              </a:tr>
            </a:tbl>
          </a:graphicData>
        </a:graphic>
      </p:graphicFrame>
      <p:sp>
        <p:nvSpPr>
          <p:cNvPr id="12" name="CaixaDeTexto 11">
            <a:extLst>
              <a:ext uri="{FF2B5EF4-FFF2-40B4-BE49-F238E27FC236}">
                <a16:creationId xmlns:a16="http://schemas.microsoft.com/office/drawing/2014/main" id="{B7C36D6A-08CC-5F2E-D4E9-286E576406BC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240856082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B983C0E-1EC7-900A-0B4B-BCAEB5802A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619F0CD-8E84-6587-3C02-55258E2AC86D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2590946-3371-A4AD-17E0-7A47CB37923B}"/>
              </a:ext>
            </a:extLst>
          </p:cNvPr>
          <p:cNvSpPr txBox="1"/>
          <p:nvPr/>
        </p:nvSpPr>
        <p:spPr>
          <a:xfrm>
            <a:off x="319837" y="166805"/>
            <a:ext cx="44807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Hábitos de Midia/</a:t>
            </a:r>
          </a:p>
          <a:p>
            <a:r>
              <a:rPr lang="pt-BR" sz="3600" b="1" dirty="0">
                <a:solidFill>
                  <a:schemeClr val="bg1"/>
                </a:solidFill>
              </a:rPr>
              <a:t>Consumo dos meios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EC02E5B-D4F4-34D9-C2FE-05842B06F0DC}"/>
              </a:ext>
            </a:extLst>
          </p:cNvPr>
          <p:cNvSpPr txBox="1"/>
          <p:nvPr/>
        </p:nvSpPr>
        <p:spPr>
          <a:xfrm>
            <a:off x="7983187" y="422837"/>
            <a:ext cx="4080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Esquerda não Lulista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545D11D2-4157-8924-824D-8E7C68BC01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569353556"/>
              </p:ext>
            </p:extLst>
          </p:nvPr>
        </p:nvGraphicFramePr>
        <p:xfrm>
          <a:off x="2706624" y="1905000"/>
          <a:ext cx="5888736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33242">
                  <a:extLst>
                    <a:ext uri="{9D8B030D-6E8A-4147-A177-3AD203B41FA5}">
                      <a16:colId xmlns:a16="http://schemas.microsoft.com/office/drawing/2014/main" val="2999680285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341660986"/>
                    </a:ext>
                  </a:extLst>
                </a:gridCol>
                <a:gridCol w="1177747">
                  <a:extLst>
                    <a:ext uri="{9D8B030D-6E8A-4147-A177-3AD203B41FA5}">
                      <a16:colId xmlns:a16="http://schemas.microsoft.com/office/drawing/2014/main" val="1544845439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Meio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0167062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Internet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95%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2508182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Redes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222763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OOH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101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1425724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TV Aberta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4872495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Radio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0075164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VOD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534166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Streaming de Música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588552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Podcast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509594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Pay</a:t>
                      </a: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TV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4592521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Jornal Online: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96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533830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Rádio Online: Ouviu-U7d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105632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Revista Online: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87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3755118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Cinema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76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4554161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Jornal Impresso: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86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2011342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Revista Impressa - Recente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76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38106600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EE5813B6-62B7-1702-92ED-53A115C02584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9906303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641FBF-6ACC-2FB0-AB09-49C227B6BC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EE63201-B9CC-365D-05B8-3F6FD3D7EE25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C1565FD-69A7-6AE3-0152-A0C077F9DD3C}"/>
              </a:ext>
            </a:extLst>
          </p:cNvPr>
          <p:cNvSpPr txBox="1"/>
          <p:nvPr/>
        </p:nvSpPr>
        <p:spPr>
          <a:xfrm>
            <a:off x="283261" y="350259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Relação &amp; Hábitos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999EF71E-AEDA-A037-173F-12276FDDA905}"/>
              </a:ext>
            </a:extLst>
          </p:cNvPr>
          <p:cNvSpPr txBox="1"/>
          <p:nvPr/>
        </p:nvSpPr>
        <p:spPr>
          <a:xfrm>
            <a:off x="7946611" y="350259"/>
            <a:ext cx="4080797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Esquerda não Lulista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7BD27F2F-29C9-C5A4-69D7-440DDC5B21B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0195815"/>
              </p:ext>
            </p:extLst>
          </p:nvPr>
        </p:nvGraphicFramePr>
        <p:xfrm>
          <a:off x="3085437" y="2031111"/>
          <a:ext cx="6021126" cy="4243281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44854">
                  <a:extLst>
                    <a:ext uri="{9D8B030D-6E8A-4147-A177-3AD203B41FA5}">
                      <a16:colId xmlns:a16="http://schemas.microsoft.com/office/drawing/2014/main" val="2882128446"/>
                    </a:ext>
                  </a:extLst>
                </a:gridCol>
                <a:gridCol w="1371600">
                  <a:extLst>
                    <a:ext uri="{9D8B030D-6E8A-4147-A177-3AD203B41FA5}">
                      <a16:colId xmlns:a16="http://schemas.microsoft.com/office/drawing/2014/main" val="4083308392"/>
                    </a:ext>
                  </a:extLst>
                </a:gridCol>
                <a:gridCol w="804672">
                  <a:extLst>
                    <a:ext uri="{9D8B030D-6E8A-4147-A177-3AD203B41FA5}">
                      <a16:colId xmlns:a16="http://schemas.microsoft.com/office/drawing/2014/main" val="3121007918"/>
                    </a:ext>
                  </a:extLst>
                </a:gridCol>
              </a:tblGrid>
              <a:tr h="51830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Prioridades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95054215"/>
                  </a:ext>
                </a:extLst>
              </a:tr>
              <a:tr h="472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Melhorar a economia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291566474"/>
                  </a:ext>
                </a:extLst>
              </a:tr>
              <a:tr h="472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Combate à violência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1397434"/>
                  </a:ext>
                </a:extLst>
              </a:tr>
              <a:tr h="67526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saúde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127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51264735"/>
                  </a:ext>
                </a:extLst>
              </a:tr>
              <a:tr h="701576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Combater a Corrupção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20%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54651449"/>
                  </a:ext>
                </a:extLst>
              </a:tr>
              <a:tr h="4724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Cuidar da Educação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3%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78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809854278"/>
                  </a:ext>
                </a:extLst>
              </a:tr>
              <a:tr h="9306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Atenção com problemas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53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93986791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190EAE00-447B-0453-6754-296DDECA9BAC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27068988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B5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463C14-2BC7-5818-D1D1-73EE0D164E9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551A7BF-BB0E-02E0-FCDB-9FFAF97372B4}"/>
              </a:ext>
            </a:extLst>
          </p:cNvPr>
          <p:cNvSpPr txBox="1"/>
          <p:nvPr/>
        </p:nvSpPr>
        <p:spPr>
          <a:xfrm>
            <a:off x="3356596" y="2613392"/>
            <a:ext cx="547880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Independentes</a:t>
            </a:r>
          </a:p>
          <a:p>
            <a:pPr algn="ctr"/>
            <a:r>
              <a:rPr lang="pt-BR" sz="3600" b="1" dirty="0">
                <a:solidFill>
                  <a:schemeClr val="bg1"/>
                </a:solidFill>
              </a:rPr>
              <a:t>44.450.670 eleitores</a:t>
            </a:r>
          </a:p>
        </p:txBody>
      </p:sp>
    </p:spTree>
    <p:extLst>
      <p:ext uri="{BB962C8B-B14F-4D97-AF65-F5344CB8AC3E}">
        <p14:creationId xmlns:p14="http://schemas.microsoft.com/office/powerpoint/2010/main" val="288192308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703672B-094C-42FB-0A24-466EB95749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38E20D5-AE05-6697-992C-A41FB6C226B8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83807BBF-ADE4-C0E2-33E1-B9967C53709B}"/>
              </a:ext>
            </a:extLst>
          </p:cNvPr>
          <p:cNvSpPr txBox="1"/>
          <p:nvPr/>
        </p:nvSpPr>
        <p:spPr>
          <a:xfrm>
            <a:off x="268910" y="423411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Definição do Público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2C241622-57C4-6340-CF20-48301B555B78}"/>
              </a:ext>
            </a:extLst>
          </p:cNvPr>
          <p:cNvSpPr txBox="1"/>
          <p:nvPr/>
        </p:nvSpPr>
        <p:spPr>
          <a:xfrm>
            <a:off x="8810084" y="423411"/>
            <a:ext cx="300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Independentes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2399564-5764-6507-419D-0303A319349B}"/>
              </a:ext>
            </a:extLst>
          </p:cNvPr>
          <p:cNvSpPr txBox="1"/>
          <p:nvPr/>
        </p:nvSpPr>
        <p:spPr>
          <a:xfrm>
            <a:off x="740976" y="2095832"/>
            <a:ext cx="11073072" cy="369331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Os Independentes são o maior bloco do eleitorado e representam aqueles que não se identificam com a polarização entre esquerda e direita. Não são radicais, não vestem camisa de nenhum candidato e preferem avaliar caso a caso. São os mais jovens entre todos os grupos, com forte presença entre 20 e 34 anos, e vivem um momento de construção de vida: solteiros que moram com a família, jovens casais montando seu primeiro lar, pessoas que estão começando a carreira. </a:t>
            </a:r>
          </a:p>
          <a:p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Têm a maior renda média familiar (R$ 5.457) e se concentram nas classes ABC. São nativos digitais: a internet é sua principal fonte de entretenimento, verificam redes sociais todos os dias, compram online com naturalidade e usam a internet para planejar viagens. Sonham em viajar para o exterior, gostam de comida estrangeira e de marcas inovadoras. Gostam de jogos de tabuleiro, museus, shows e de se reunir com amigos. São totalmente conectados, seguidores digitais e expert </a:t>
            </a:r>
            <a:r>
              <a:rPr lang="pt-BR" sz="1800" dirty="0" err="1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shoppers</a:t>
            </a: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 Aceitam as pessoas como são, independentemente de orientação sexual, e defendem a igualdade de responsabilidades entre homens e mulheres. São pragmáticos, abertos ao novo e céticos em relação à política tradicional — o que os torna o público mais disputado em qualquer eleição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E3BB1D4B-4655-E8E7-8DBC-D0D7F08E6F81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1628232311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DBB91A8-262E-83EC-564D-711B90362E7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017893C-7B02-13C5-A30A-DE9A91F98B6B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74F4198C-2182-9200-64D2-A4689642ED71}"/>
              </a:ext>
            </a:extLst>
          </p:cNvPr>
          <p:cNvSpPr txBox="1"/>
          <p:nvPr/>
        </p:nvSpPr>
        <p:spPr>
          <a:xfrm>
            <a:off x="356413" y="368547"/>
            <a:ext cx="408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Perfil Demográfico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03EFFE2-F86F-99D0-DE61-198312B7A63A}"/>
              </a:ext>
            </a:extLst>
          </p:cNvPr>
          <p:cNvSpPr txBox="1"/>
          <p:nvPr/>
        </p:nvSpPr>
        <p:spPr>
          <a:xfrm>
            <a:off x="8897587" y="368547"/>
            <a:ext cx="300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Independentes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5FB52D14-71A2-E4E2-D4FF-59D919A9D99D}"/>
              </a:ext>
            </a:extLst>
          </p:cNvPr>
          <p:cNvSpPr txBox="1"/>
          <p:nvPr/>
        </p:nvSpPr>
        <p:spPr>
          <a:xfrm>
            <a:off x="447853" y="1460893"/>
            <a:ext cx="1213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Gênero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9C1BAE91-BA3B-CB9F-15A2-1230AE9C401D}"/>
              </a:ext>
            </a:extLst>
          </p:cNvPr>
          <p:cNvSpPr txBox="1"/>
          <p:nvPr/>
        </p:nvSpPr>
        <p:spPr>
          <a:xfrm>
            <a:off x="3858753" y="1453571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Idade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62E5F2CC-A80D-46DF-F6C0-30CFD9CB6B61}"/>
              </a:ext>
            </a:extLst>
          </p:cNvPr>
          <p:cNvSpPr txBox="1"/>
          <p:nvPr/>
        </p:nvSpPr>
        <p:spPr>
          <a:xfrm>
            <a:off x="390171" y="2889917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Raça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9C4C8566-E8B7-9ED4-8003-9995440480DF}"/>
              </a:ext>
            </a:extLst>
          </p:cNvPr>
          <p:cNvSpPr txBox="1"/>
          <p:nvPr/>
        </p:nvSpPr>
        <p:spPr>
          <a:xfrm>
            <a:off x="3721813" y="4730510"/>
            <a:ext cx="1840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Estado Civil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D3BB09DA-2DB3-85A9-66A9-1D375C125283}"/>
              </a:ext>
            </a:extLst>
          </p:cNvPr>
          <p:cNvSpPr txBox="1"/>
          <p:nvPr/>
        </p:nvSpPr>
        <p:spPr>
          <a:xfrm>
            <a:off x="7355096" y="1645418"/>
            <a:ext cx="2273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Estágio de vida</a:t>
            </a:r>
          </a:p>
        </p:txBody>
      </p:sp>
      <p:graphicFrame>
        <p:nvGraphicFramePr>
          <p:cNvPr id="17" name="Tabela 16">
            <a:extLst>
              <a:ext uri="{FF2B5EF4-FFF2-40B4-BE49-F238E27FC236}">
                <a16:creationId xmlns:a16="http://schemas.microsoft.com/office/drawing/2014/main" id="{54AE99AD-29D6-E7A5-E238-8CE185524E2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68413384"/>
              </p:ext>
            </p:extLst>
          </p:nvPr>
        </p:nvGraphicFramePr>
        <p:xfrm>
          <a:off x="390171" y="1915236"/>
          <a:ext cx="3230853" cy="8923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75205">
                  <a:extLst>
                    <a:ext uri="{9D8B030D-6E8A-4147-A177-3AD203B41FA5}">
                      <a16:colId xmlns:a16="http://schemas.microsoft.com/office/drawing/2014/main" val="1224245922"/>
                    </a:ext>
                  </a:extLst>
                </a:gridCol>
                <a:gridCol w="932688">
                  <a:extLst>
                    <a:ext uri="{9D8B030D-6E8A-4147-A177-3AD203B41FA5}">
                      <a16:colId xmlns:a16="http://schemas.microsoft.com/office/drawing/2014/main" val="2892000687"/>
                    </a:ext>
                  </a:extLst>
                </a:gridCol>
                <a:gridCol w="822960">
                  <a:extLst>
                    <a:ext uri="{9D8B030D-6E8A-4147-A177-3AD203B41FA5}">
                      <a16:colId xmlns:a16="http://schemas.microsoft.com/office/drawing/2014/main" val="327285834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243147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Homem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46.8%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1586568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Mulher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53.2%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6506549"/>
                  </a:ext>
                </a:extLst>
              </a:tr>
            </a:tbl>
          </a:graphicData>
        </a:graphic>
      </p:graphicFrame>
      <p:graphicFrame>
        <p:nvGraphicFramePr>
          <p:cNvPr id="18" name="Tabela 17">
            <a:extLst>
              <a:ext uri="{FF2B5EF4-FFF2-40B4-BE49-F238E27FC236}">
                <a16:creationId xmlns:a16="http://schemas.microsoft.com/office/drawing/2014/main" id="{92BAF334-E635-7C69-BD05-654A53B9EC2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11404568"/>
              </p:ext>
            </p:extLst>
          </p:nvPr>
        </p:nvGraphicFramePr>
        <p:xfrm>
          <a:off x="3883152" y="1904806"/>
          <a:ext cx="3230853" cy="2379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02080">
                  <a:extLst>
                    <a:ext uri="{9D8B030D-6E8A-4147-A177-3AD203B41FA5}">
                      <a16:colId xmlns:a16="http://schemas.microsoft.com/office/drawing/2014/main" val="2880000734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1443626251"/>
                    </a:ext>
                  </a:extLst>
                </a:gridCol>
                <a:gridCol w="969237">
                  <a:extLst>
                    <a:ext uri="{9D8B030D-6E8A-4147-A177-3AD203B41FA5}">
                      <a16:colId xmlns:a16="http://schemas.microsoft.com/office/drawing/2014/main" val="2694017548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Faixa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655098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12-19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6.7%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160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292833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20-24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17.8%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183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178097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25-34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29.1%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137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418942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35-44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21.4%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4451900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45-54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12.7%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41086802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55-64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8.2%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40749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65-75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0917106"/>
                  </a:ext>
                </a:extLst>
              </a:tr>
            </a:tbl>
          </a:graphicData>
        </a:graphic>
      </p:graphicFrame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D9623F8F-A9F4-B527-18CA-D2DAE656B3B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096527348"/>
              </p:ext>
            </p:extLst>
          </p:nvPr>
        </p:nvGraphicFramePr>
        <p:xfrm>
          <a:off x="356413" y="3351582"/>
          <a:ext cx="3230853" cy="1784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19925">
                  <a:extLst>
                    <a:ext uri="{9D8B030D-6E8A-4147-A177-3AD203B41FA5}">
                      <a16:colId xmlns:a16="http://schemas.microsoft.com/office/drawing/2014/main" val="1106835698"/>
                    </a:ext>
                  </a:extLst>
                </a:gridCol>
                <a:gridCol w="975632">
                  <a:extLst>
                    <a:ext uri="{9D8B030D-6E8A-4147-A177-3AD203B41FA5}">
                      <a16:colId xmlns:a16="http://schemas.microsoft.com/office/drawing/2014/main" val="3524991161"/>
                    </a:ext>
                  </a:extLst>
                </a:gridCol>
                <a:gridCol w="835296">
                  <a:extLst>
                    <a:ext uri="{9D8B030D-6E8A-4147-A177-3AD203B41FA5}">
                      <a16:colId xmlns:a16="http://schemas.microsoft.com/office/drawing/2014/main" val="198489757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Raça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5801936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Preto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14.3%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109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8280401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Pardo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36.2%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0202226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Indígena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17831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Branco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37.9%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050574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Amarelo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601952822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5B24F5F1-F55E-1A79-0BA4-14C83EC4739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16249124"/>
              </p:ext>
            </p:extLst>
          </p:nvPr>
        </p:nvGraphicFramePr>
        <p:xfrm>
          <a:off x="3793459" y="5157107"/>
          <a:ext cx="3410237" cy="1489647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59234">
                  <a:extLst>
                    <a:ext uri="{9D8B030D-6E8A-4147-A177-3AD203B41FA5}">
                      <a16:colId xmlns:a16="http://schemas.microsoft.com/office/drawing/2014/main" val="3210753644"/>
                    </a:ext>
                  </a:extLst>
                </a:gridCol>
                <a:gridCol w="1018219">
                  <a:extLst>
                    <a:ext uri="{9D8B030D-6E8A-4147-A177-3AD203B41FA5}">
                      <a16:colId xmlns:a16="http://schemas.microsoft.com/office/drawing/2014/main" val="3798762863"/>
                    </a:ext>
                  </a:extLst>
                </a:gridCol>
                <a:gridCol w="832784">
                  <a:extLst>
                    <a:ext uri="{9D8B030D-6E8A-4147-A177-3AD203B41FA5}">
                      <a16:colId xmlns:a16="http://schemas.microsoft.com/office/drawing/2014/main" val="4159008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Estado Civil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771818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Solteiro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49.9%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892979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Casado(a)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41.0%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76166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Divorciado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6.9%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72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571982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Viúvo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67388418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B918D7CB-A7D1-69E3-0BB1-9E775EFCD5D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44488346"/>
              </p:ext>
            </p:extLst>
          </p:nvPr>
        </p:nvGraphicFramePr>
        <p:xfrm>
          <a:off x="7409891" y="2085941"/>
          <a:ext cx="4782109" cy="2100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28702">
                  <a:extLst>
                    <a:ext uri="{9D8B030D-6E8A-4147-A177-3AD203B41FA5}">
                      <a16:colId xmlns:a16="http://schemas.microsoft.com/office/drawing/2014/main" val="2047233747"/>
                    </a:ext>
                  </a:extLst>
                </a:gridCol>
                <a:gridCol w="828899">
                  <a:extLst>
                    <a:ext uri="{9D8B030D-6E8A-4147-A177-3AD203B41FA5}">
                      <a16:colId xmlns:a16="http://schemas.microsoft.com/office/drawing/2014/main" val="1978262071"/>
                    </a:ext>
                  </a:extLst>
                </a:gridCol>
                <a:gridCol w="624508">
                  <a:extLst>
                    <a:ext uri="{9D8B030D-6E8A-4147-A177-3AD203B41FA5}">
                      <a16:colId xmlns:a16="http://schemas.microsoft.com/office/drawing/2014/main" val="37308829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Estágio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980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Jovens e </a:t>
                      </a:r>
                      <a:r>
                        <a:rPr lang="en-US" sz="1800" dirty="0" err="1">
                          <a:effectLst/>
                        </a:rPr>
                        <a:t>despreocupados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21.2%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175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0583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Saiu do ninho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165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24363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Construtores</a:t>
                      </a:r>
                      <a:r>
                        <a:rPr lang="en-US" sz="1800" dirty="0">
                          <a:effectLst/>
                        </a:rPr>
                        <a:t> de </a:t>
                      </a:r>
                      <a:r>
                        <a:rPr lang="en-US" sz="1800" dirty="0" err="1">
                          <a:effectLst/>
                        </a:rPr>
                        <a:t>ninho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154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514582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800" dirty="0">
                          <a:effectLst/>
                        </a:rPr>
                        <a:t>Solteiros que vivem com familiares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27.6%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149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508690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Pais de </a:t>
                      </a:r>
                      <a:r>
                        <a:rPr lang="en-US" sz="1800" dirty="0" err="1">
                          <a:effectLst/>
                        </a:rPr>
                        <a:t>pré-escolares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14.5%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94074741"/>
                  </a:ext>
                </a:extLst>
              </a:tr>
            </a:tbl>
          </a:graphicData>
        </a:graphic>
      </p:graphicFrame>
      <p:sp>
        <p:nvSpPr>
          <p:cNvPr id="23" name="CaixaDeTexto 22">
            <a:extLst>
              <a:ext uri="{FF2B5EF4-FFF2-40B4-BE49-F238E27FC236}">
                <a16:creationId xmlns:a16="http://schemas.microsoft.com/office/drawing/2014/main" id="{D961E322-AF5B-E286-F504-9259C9C46F73}"/>
              </a:ext>
            </a:extLst>
          </p:cNvPr>
          <p:cNvSpPr txBox="1"/>
          <p:nvPr/>
        </p:nvSpPr>
        <p:spPr>
          <a:xfrm>
            <a:off x="7537880" y="4834860"/>
            <a:ext cx="4495624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Pai/Mãe/Responsável no domicílio: 41.4%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Educação Superior (completo ou incompleto): 81.6%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Trabalha: 67.3%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4" name="CaixaDeTexto 23">
            <a:extLst>
              <a:ext uri="{FF2B5EF4-FFF2-40B4-BE49-F238E27FC236}">
                <a16:creationId xmlns:a16="http://schemas.microsoft.com/office/drawing/2014/main" id="{0588BEC5-EF5F-7AC9-A988-6BA7D9AD66B6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3167309190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AFA4DDA-967E-E31B-212E-ABFB789E8F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8A646BB7-7A2A-A26C-F73C-77A79BFEFDD6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247D67E2-6C1F-0BC7-1650-3D0C15D326CD}"/>
              </a:ext>
            </a:extLst>
          </p:cNvPr>
          <p:cNvSpPr txBox="1"/>
          <p:nvPr/>
        </p:nvSpPr>
        <p:spPr>
          <a:xfrm>
            <a:off x="392989" y="368547"/>
            <a:ext cx="4929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Classe Social e Renda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458216FC-4F0A-B606-594C-D194D89B824D}"/>
              </a:ext>
            </a:extLst>
          </p:cNvPr>
          <p:cNvSpPr txBox="1"/>
          <p:nvPr/>
        </p:nvSpPr>
        <p:spPr>
          <a:xfrm>
            <a:off x="8934163" y="368547"/>
            <a:ext cx="300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Independentes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E42F12F-5190-D5E7-742E-63BC62C7C7FA}"/>
              </a:ext>
            </a:extLst>
          </p:cNvPr>
          <p:cNvSpPr txBox="1"/>
          <p:nvPr/>
        </p:nvSpPr>
        <p:spPr>
          <a:xfrm>
            <a:off x="3465456" y="5834318"/>
            <a:ext cx="6099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Renda Média Mensal Familiar: R$ 5.457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1" name="CaixaDeTexto 10">
            <a:extLst>
              <a:ext uri="{FF2B5EF4-FFF2-40B4-BE49-F238E27FC236}">
                <a16:creationId xmlns:a16="http://schemas.microsoft.com/office/drawing/2014/main" id="{3C5F6262-55FF-2DE6-15A8-64C8F7CA49C1}"/>
              </a:ext>
            </a:extLst>
          </p:cNvPr>
          <p:cNvSpPr txBox="1"/>
          <p:nvPr/>
        </p:nvSpPr>
        <p:spPr>
          <a:xfrm>
            <a:off x="253873" y="1798072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Classe Social</a:t>
            </a: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D37FD181-5909-FBBE-AEAF-F5CBD475BA66}"/>
              </a:ext>
            </a:extLst>
          </p:cNvPr>
          <p:cNvSpPr txBox="1"/>
          <p:nvPr/>
        </p:nvSpPr>
        <p:spPr>
          <a:xfrm>
            <a:off x="6190963" y="1652686"/>
            <a:ext cx="130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Religião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B44380C1-2B48-A415-CC6B-DEAB4D23E542}"/>
              </a:ext>
            </a:extLst>
          </p:cNvPr>
          <p:cNvSpPr txBox="1"/>
          <p:nvPr/>
        </p:nvSpPr>
        <p:spPr>
          <a:xfrm>
            <a:off x="3465456" y="5372653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Renda:</a:t>
            </a:r>
          </a:p>
        </p:txBody>
      </p:sp>
      <p:graphicFrame>
        <p:nvGraphicFramePr>
          <p:cNvPr id="14" name="Tabela 13">
            <a:extLst>
              <a:ext uri="{FF2B5EF4-FFF2-40B4-BE49-F238E27FC236}">
                <a16:creationId xmlns:a16="http://schemas.microsoft.com/office/drawing/2014/main" id="{F7350C0D-CC61-2E45-2824-789A54DBDC3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5408160"/>
              </p:ext>
            </p:extLst>
          </p:nvPr>
        </p:nvGraphicFramePr>
        <p:xfrm>
          <a:off x="6190963" y="2114351"/>
          <a:ext cx="5486400" cy="26769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84881">
                  <a:extLst>
                    <a:ext uri="{9D8B030D-6E8A-4147-A177-3AD203B41FA5}">
                      <a16:colId xmlns:a16="http://schemas.microsoft.com/office/drawing/2014/main" val="3688712049"/>
                    </a:ext>
                  </a:extLst>
                </a:gridCol>
                <a:gridCol w="1499616">
                  <a:extLst>
                    <a:ext uri="{9D8B030D-6E8A-4147-A177-3AD203B41FA5}">
                      <a16:colId xmlns:a16="http://schemas.microsoft.com/office/drawing/2014/main" val="1818693069"/>
                    </a:ext>
                  </a:extLst>
                </a:gridCol>
                <a:gridCol w="1001903">
                  <a:extLst>
                    <a:ext uri="{9D8B030D-6E8A-4147-A177-3AD203B41FA5}">
                      <a16:colId xmlns:a16="http://schemas.microsoft.com/office/drawing/2014/main" val="195351744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9068512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Evangélicas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24.3%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106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5670937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Afro-Brasileiras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128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1221057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Católica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23.1%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532975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Espírita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99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5815853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Judaica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0779874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Orientais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157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87423218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Outras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107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7836403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Não</a:t>
                      </a:r>
                      <a:r>
                        <a:rPr lang="en-US" sz="1800" dirty="0">
                          <a:effectLst/>
                        </a:rPr>
                        <a:t> segue </a:t>
                      </a: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31.3%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68797168"/>
                  </a:ext>
                </a:extLst>
              </a:tr>
            </a:tbl>
          </a:graphicData>
        </a:graphic>
      </p:graphicFrame>
      <p:graphicFrame>
        <p:nvGraphicFramePr>
          <p:cNvPr id="15" name="Tabela 14">
            <a:extLst>
              <a:ext uri="{FF2B5EF4-FFF2-40B4-BE49-F238E27FC236}">
                <a16:creationId xmlns:a16="http://schemas.microsoft.com/office/drawing/2014/main" id="{FA7EEB7B-6F88-40CE-F0A7-AFE578BF58C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22186794"/>
              </p:ext>
            </p:extLst>
          </p:nvPr>
        </p:nvGraphicFramePr>
        <p:xfrm>
          <a:off x="253873" y="2259737"/>
          <a:ext cx="5486400" cy="148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828800">
                  <a:extLst>
                    <a:ext uri="{9D8B030D-6E8A-4147-A177-3AD203B41FA5}">
                      <a16:colId xmlns:a16="http://schemas.microsoft.com/office/drawing/2014/main" val="2042395038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794187619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168151955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Classe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8881321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6.7%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107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6913378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38.5%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130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47088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45.4%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489204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576180970"/>
                  </a:ext>
                </a:extLst>
              </a:tr>
            </a:tbl>
          </a:graphicData>
        </a:graphic>
      </p:graphicFrame>
      <p:sp>
        <p:nvSpPr>
          <p:cNvPr id="16" name="CaixaDeTexto 15">
            <a:extLst>
              <a:ext uri="{FF2B5EF4-FFF2-40B4-BE49-F238E27FC236}">
                <a16:creationId xmlns:a16="http://schemas.microsoft.com/office/drawing/2014/main" id="{CB9B0D33-AF8F-CB28-CDBB-923163797316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393461392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DAB92B-D01A-8BE9-6069-EA04EB9939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6E0433CD-8B49-8624-E62F-FFB6E6BE07B2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0A741B3F-0435-F7A1-C6C4-AB8A6A8C56A6}"/>
              </a:ext>
            </a:extLst>
          </p:cNvPr>
          <p:cNvSpPr txBox="1"/>
          <p:nvPr/>
        </p:nvSpPr>
        <p:spPr>
          <a:xfrm>
            <a:off x="319837" y="405123"/>
            <a:ext cx="4603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Interesses e Crenças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F4A67DD7-3B82-133A-00D0-B521730E236B}"/>
              </a:ext>
            </a:extLst>
          </p:cNvPr>
          <p:cNvSpPr txBox="1"/>
          <p:nvPr/>
        </p:nvSpPr>
        <p:spPr>
          <a:xfrm>
            <a:off x="8861011" y="405123"/>
            <a:ext cx="300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Independentes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C623419A-5CDC-F1AD-6FFE-3319385DDC3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02423216"/>
              </p:ext>
            </p:extLst>
          </p:nvPr>
        </p:nvGraphicFramePr>
        <p:xfrm>
          <a:off x="319837" y="1905000"/>
          <a:ext cx="11545137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18837">
                  <a:extLst>
                    <a:ext uri="{9D8B030D-6E8A-4147-A177-3AD203B41FA5}">
                      <a16:colId xmlns:a16="http://schemas.microsoft.com/office/drawing/2014/main" val="1574879364"/>
                    </a:ext>
                  </a:extLst>
                </a:gridCol>
                <a:gridCol w="1063150">
                  <a:extLst>
                    <a:ext uri="{9D8B030D-6E8A-4147-A177-3AD203B41FA5}">
                      <a16:colId xmlns:a16="http://schemas.microsoft.com/office/drawing/2014/main" val="2142054449"/>
                    </a:ext>
                  </a:extLst>
                </a:gridCol>
                <a:gridCol w="1063150">
                  <a:extLst>
                    <a:ext uri="{9D8B030D-6E8A-4147-A177-3AD203B41FA5}">
                      <a16:colId xmlns:a16="http://schemas.microsoft.com/office/drawing/2014/main" val="964833412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INDEPENDENTES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Vert%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Afinidade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679950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muito importante estar bem-informado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91305202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É importante seguir aprendendo coisas novas no decorrer da vida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645837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Deve-se aproveitar as oportunidades quando surgem na vida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5413266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Reciclar é um dever de todos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16884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Gosto de produtos que facilitem o meu dia a dia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965249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Vale a pena pagar um pouco mais por produtos de higiene pessoal de boa qualidade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59270276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Creio que devemos lutar pela igualdade de todos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670197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Se na primeira vez não se triunfa deve-se prosseguir tentando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6894207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importante sentir-se respeitado pelos nossos colegas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730514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Eu sempre procuro os melhores preços ao comprar um equipamento eletrônico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143572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Mais importante que o diploma é a qualidade do que se aprende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875276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Não abro mão do conforto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9771543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Compensa pagar mais caro por produtos de qualidade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444056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Quando necessito de informação o primeiro lugar onde busco é a internet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9146653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importante que uma empresa opere com ética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116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397805415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9571B827-E228-997A-DC7F-4ACBE7384DA3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1659905219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8B43DC9-AA66-48F9-0425-49AF0B486C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F19B4D39-0D26-E61B-7D3D-28288068EF34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55ADEA2-C32C-F078-4BB2-4FDD7FD687B0}"/>
              </a:ext>
            </a:extLst>
          </p:cNvPr>
          <p:cNvSpPr txBox="1"/>
          <p:nvPr/>
        </p:nvSpPr>
        <p:spPr>
          <a:xfrm>
            <a:off x="374701" y="130803"/>
            <a:ext cx="44807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Hábitos de Midia/</a:t>
            </a:r>
          </a:p>
          <a:p>
            <a:r>
              <a:rPr lang="pt-BR" sz="3600" b="1" dirty="0">
                <a:solidFill>
                  <a:schemeClr val="bg1"/>
                </a:solidFill>
              </a:rPr>
              <a:t>Consumo dos meios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23C00D00-95B5-805A-150A-42734280D6F0}"/>
              </a:ext>
            </a:extLst>
          </p:cNvPr>
          <p:cNvSpPr txBox="1"/>
          <p:nvPr/>
        </p:nvSpPr>
        <p:spPr>
          <a:xfrm>
            <a:off x="8915875" y="405123"/>
            <a:ext cx="300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Independentes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47B148D8-C036-6F75-B1C9-9A613B2C372B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77266597"/>
              </p:ext>
            </p:extLst>
          </p:nvPr>
        </p:nvGraphicFramePr>
        <p:xfrm>
          <a:off x="2798064" y="1930782"/>
          <a:ext cx="7004304" cy="475205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877745">
                  <a:extLst>
                    <a:ext uri="{9D8B030D-6E8A-4147-A177-3AD203B41FA5}">
                      <a16:colId xmlns:a16="http://schemas.microsoft.com/office/drawing/2014/main" val="3226244397"/>
                    </a:ext>
                  </a:extLst>
                </a:gridCol>
                <a:gridCol w="1827210">
                  <a:extLst>
                    <a:ext uri="{9D8B030D-6E8A-4147-A177-3AD203B41FA5}">
                      <a16:colId xmlns:a16="http://schemas.microsoft.com/office/drawing/2014/main" val="3664458234"/>
                    </a:ext>
                  </a:extLst>
                </a:gridCol>
                <a:gridCol w="1299349">
                  <a:extLst>
                    <a:ext uri="{9D8B030D-6E8A-4147-A177-3AD203B41FA5}">
                      <a16:colId xmlns:a16="http://schemas.microsoft.com/office/drawing/2014/main" val="1938343310"/>
                    </a:ext>
                  </a:extLst>
                </a:gridCol>
              </a:tblGrid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Meio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971374764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Internet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pt-B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99%</a:t>
                      </a:r>
                    </a:p>
                  </a:txBody>
                  <a:tcPr marL="7661" marR="7661" marT="7661" marB="0" anchor="b"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marL="0" algn="r" defTabSz="914400" rtl="0" eaLnBrk="1" fontAlgn="b" latinLnBrk="0" hangingPunct="1">
                        <a:buNone/>
                      </a:pPr>
                      <a:r>
                        <a:rPr lang="pt-BR" sz="1800" u="none" strike="noStrike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107</a:t>
                      </a:r>
                    </a:p>
                  </a:txBody>
                  <a:tcPr marL="7661" marR="7661" marT="7661" marB="0" anchor="b"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9941567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Redes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96%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114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2975528930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OOH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3899885264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Streaming de Música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131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2965079566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VOD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65%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62908581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TV Aberta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92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4065770443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Radio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2951010263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Podcast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123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2173301393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Jornal Online: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117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618148741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Pay</a:t>
                      </a: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TV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25%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102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818113680"/>
                  </a:ext>
                </a:extLst>
              </a:tr>
              <a:tr h="24019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Cinema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129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2820939747"/>
                  </a:ext>
                </a:extLst>
              </a:tr>
              <a:tr h="32824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Revista Online: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105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3204129289"/>
                  </a:ext>
                </a:extLst>
              </a:tr>
              <a:tr h="3952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Rádio Online: Ouviu-U7d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12%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78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732184402"/>
                  </a:ext>
                </a:extLst>
              </a:tr>
              <a:tr h="34411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Jornal Impresso: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64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2738620010"/>
                  </a:ext>
                </a:extLst>
              </a:tr>
              <a:tr h="300705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Revista Impressa - Recente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7661" marR="7661" marT="7661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73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7661" marR="7661" marT="7661" marB="0" anchor="b"/>
                </a:tc>
                <a:extLst>
                  <a:ext uri="{0D108BD9-81ED-4DB2-BD59-A6C34878D82A}">
                    <a16:rowId xmlns:a16="http://schemas.microsoft.com/office/drawing/2014/main" val="3437569504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6B0F72DB-2F44-9E4D-F0F8-AF4BC60988BE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3910795920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659A72A-9D79-C15A-2DEE-7128B6C34F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E76CC470-16FA-E474-E441-9D149E7E27BF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B1328BD4-9B0C-F4AA-26BC-C116F6D611CB}"/>
              </a:ext>
            </a:extLst>
          </p:cNvPr>
          <p:cNvSpPr txBox="1"/>
          <p:nvPr/>
        </p:nvSpPr>
        <p:spPr>
          <a:xfrm>
            <a:off x="392989" y="350259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Relação &amp; Hábitos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42544AAD-5DB7-8B6E-0816-ED0402C233EE}"/>
              </a:ext>
            </a:extLst>
          </p:cNvPr>
          <p:cNvSpPr txBox="1"/>
          <p:nvPr/>
        </p:nvSpPr>
        <p:spPr>
          <a:xfrm>
            <a:off x="8934163" y="350259"/>
            <a:ext cx="3003964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Independentes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C7D758C6-1754-F94C-0930-70C86A6DDB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29178870"/>
              </p:ext>
            </p:extLst>
          </p:nvPr>
        </p:nvGraphicFramePr>
        <p:xfrm>
          <a:off x="2694432" y="2652522"/>
          <a:ext cx="6803135" cy="29618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264355">
                  <a:extLst>
                    <a:ext uri="{9D8B030D-6E8A-4147-A177-3AD203B41FA5}">
                      <a16:colId xmlns:a16="http://schemas.microsoft.com/office/drawing/2014/main" val="889817500"/>
                    </a:ext>
                  </a:extLst>
                </a:gridCol>
                <a:gridCol w="1269390">
                  <a:extLst>
                    <a:ext uri="{9D8B030D-6E8A-4147-A177-3AD203B41FA5}">
                      <a16:colId xmlns:a16="http://schemas.microsoft.com/office/drawing/2014/main" val="3212615901"/>
                    </a:ext>
                  </a:extLst>
                </a:gridCol>
                <a:gridCol w="1269390">
                  <a:extLst>
                    <a:ext uri="{9D8B030D-6E8A-4147-A177-3AD203B41FA5}">
                      <a16:colId xmlns:a16="http://schemas.microsoft.com/office/drawing/2014/main" val="2904284210"/>
                    </a:ext>
                  </a:extLst>
                </a:gridCol>
              </a:tblGrid>
              <a:tr h="4231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Prioridades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674274682"/>
                  </a:ext>
                </a:extLst>
              </a:tr>
              <a:tr h="4231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economia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65%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101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775227122"/>
                  </a:ext>
                </a:extLst>
              </a:tr>
              <a:tr h="4231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Combate à violência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102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74315457"/>
                  </a:ext>
                </a:extLst>
              </a:tr>
              <a:tr h="4231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Combater a Corrupção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85286966"/>
                  </a:ext>
                </a:extLst>
              </a:tr>
              <a:tr h="4231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saúde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81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038269355"/>
                  </a:ext>
                </a:extLst>
              </a:tr>
              <a:tr h="4231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Cuidar da Educação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35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4595194"/>
                  </a:ext>
                </a:extLst>
              </a:tr>
              <a:tr h="42312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Atenção com problemas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30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49839519"/>
                  </a:ext>
                </a:extLst>
              </a:tr>
            </a:tbl>
          </a:graphicData>
        </a:graphic>
      </p:graphicFrame>
      <p:sp>
        <p:nvSpPr>
          <p:cNvPr id="9" name="CaixaDeTexto 8">
            <a:extLst>
              <a:ext uri="{FF2B5EF4-FFF2-40B4-BE49-F238E27FC236}">
                <a16:creationId xmlns:a16="http://schemas.microsoft.com/office/drawing/2014/main" id="{304B98F6-912A-39DF-4B64-C465E7B7EC75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66466887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B5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1850B8-6394-B5FC-A60B-EFF12C5E08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8EC49B07-8B07-1EAE-3AAE-58FAB4073EFE}"/>
              </a:ext>
            </a:extLst>
          </p:cNvPr>
          <p:cNvSpPr txBox="1"/>
          <p:nvPr/>
        </p:nvSpPr>
        <p:spPr>
          <a:xfrm>
            <a:off x="1795656" y="2613392"/>
            <a:ext cx="8600688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Direita não Bolsonarista</a:t>
            </a:r>
          </a:p>
          <a:p>
            <a:pPr algn="ctr"/>
            <a:r>
              <a:rPr lang="pt-BR" sz="3600" b="1" dirty="0">
                <a:solidFill>
                  <a:schemeClr val="bg1"/>
                </a:solidFill>
              </a:rPr>
              <a:t>25.869.211 eleitores</a:t>
            </a:r>
          </a:p>
        </p:txBody>
      </p:sp>
    </p:spTree>
    <p:extLst>
      <p:ext uri="{BB962C8B-B14F-4D97-AF65-F5344CB8AC3E}">
        <p14:creationId xmlns:p14="http://schemas.microsoft.com/office/powerpoint/2010/main" val="1094224743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66F0157-4B20-50FD-719A-FD9B59A5C32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672FE5CB-0033-8D7D-F126-4899A227881C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6206C61D-F24A-AB20-63EB-C8EA5EE1836E}"/>
              </a:ext>
            </a:extLst>
          </p:cNvPr>
          <p:cNvSpPr txBox="1"/>
          <p:nvPr/>
        </p:nvSpPr>
        <p:spPr>
          <a:xfrm>
            <a:off x="301549" y="351669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Definição do Público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C808C312-2948-84A6-1D1A-B81F43074AC3}"/>
              </a:ext>
            </a:extLst>
          </p:cNvPr>
          <p:cNvSpPr txBox="1"/>
          <p:nvPr/>
        </p:nvSpPr>
        <p:spPr>
          <a:xfrm>
            <a:off x="7372173" y="382446"/>
            <a:ext cx="4673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Direita não Bolsonarista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C89C3EA-AE62-56F8-6E9E-0398AC9AEC11}"/>
              </a:ext>
            </a:extLst>
          </p:cNvPr>
          <p:cNvSpPr txBox="1"/>
          <p:nvPr/>
        </p:nvSpPr>
        <p:spPr>
          <a:xfrm>
            <a:off x="563880" y="2212848"/>
            <a:ext cx="1123188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A Direita não Bolsonarista reúne eleitores que se posicionam à direita no espectro político, mas rejeitam Bolsonaro como seu representante. Consideram-no extremista, radical e "chucro" demais para representá-los. É o grupo com maior proporção de homens (56%) e com a maior presença na classe A. Concentram-se entre 25 e 44 anos, 46% são pais e têm renda média de R$ 5.185.</a:t>
            </a:r>
          </a:p>
          <a:p>
            <a:endParaRPr lang="pt-BR" dirty="0"/>
          </a:p>
          <a:p>
            <a:r>
              <a:rPr lang="pt-BR" dirty="0"/>
              <a:t>O que mais chama atenção neste grupo é o perfil aspiracional e voltado ao consumo: gostam que as pessoas pensem que são bem-sucedidos financeiramente, mas são influenciados pela TV. Interagem com publicidade (clicam em anúncios e QR Codes), pagariam qualquer preço por um equipamento eletrônico que realmente quisessem. São fashionistas e geeks. Vão à academia, colecionam objetos e acompanham eventos de jogos. </a:t>
            </a:r>
          </a:p>
          <a:p>
            <a:endParaRPr lang="pt-BR" dirty="0"/>
          </a:p>
          <a:p>
            <a:r>
              <a:rPr lang="pt-BR" dirty="0"/>
              <a:t>São </a:t>
            </a:r>
            <a:r>
              <a:rPr lang="pt-BR" dirty="0" err="1"/>
              <a:t>early</a:t>
            </a:r>
            <a:r>
              <a:rPr lang="pt-BR" dirty="0"/>
              <a:t> </a:t>
            </a:r>
            <a:r>
              <a:rPr lang="pt-BR" dirty="0" err="1"/>
              <a:t>adopters</a:t>
            </a:r>
            <a:r>
              <a:rPr lang="pt-BR" dirty="0"/>
              <a:t> de tecnologia e seguidores de tendências. Curiosamente, é o grupo com a maior afinidade com a frase "o lugar da mulher é dentro de casa", revelando um conservadorismo nos costumes que convive com um estilo de vida moderno e conectado. Não se beneficiam de políticas públicas do governo e querem um candidato de direita que os represente com mais sofisticação e menos radicalismo.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38867266-E086-2CAC-C62D-3B95368D138C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601628008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98C2288-F8AF-B44E-DC66-2595E4E50C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5B41D7A0-F408-7BF0-9536-8FC90FBC087A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1DAAAF61-064A-88F4-333B-8F8346928233}"/>
              </a:ext>
            </a:extLst>
          </p:cNvPr>
          <p:cNvSpPr txBox="1"/>
          <p:nvPr/>
        </p:nvSpPr>
        <p:spPr>
          <a:xfrm>
            <a:off x="283261" y="405123"/>
            <a:ext cx="408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Perfil Demográfico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1E5A2ED5-3552-0888-27EB-D075367DA32F}"/>
              </a:ext>
            </a:extLst>
          </p:cNvPr>
          <p:cNvSpPr txBox="1"/>
          <p:nvPr/>
        </p:nvSpPr>
        <p:spPr>
          <a:xfrm>
            <a:off x="7353885" y="435900"/>
            <a:ext cx="4673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Direita não Bolsonarista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F5856A81-C75F-EAB4-EE05-38293CF4B8E9}"/>
              </a:ext>
            </a:extLst>
          </p:cNvPr>
          <p:cNvSpPr txBox="1"/>
          <p:nvPr/>
        </p:nvSpPr>
        <p:spPr>
          <a:xfrm>
            <a:off x="447853" y="1460893"/>
            <a:ext cx="1213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Gênero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5911D943-1B67-00EE-A548-B695BDE0184F}"/>
              </a:ext>
            </a:extLst>
          </p:cNvPr>
          <p:cNvSpPr txBox="1"/>
          <p:nvPr/>
        </p:nvSpPr>
        <p:spPr>
          <a:xfrm>
            <a:off x="4893691" y="1453571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Idade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97EE097D-AC42-3B32-F71B-36AD7AF83D47}"/>
              </a:ext>
            </a:extLst>
          </p:cNvPr>
          <p:cNvSpPr txBox="1"/>
          <p:nvPr/>
        </p:nvSpPr>
        <p:spPr>
          <a:xfrm>
            <a:off x="390171" y="2889917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Raça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2C86AF35-A95D-D856-78F1-FC31001D95A7}"/>
              </a:ext>
            </a:extLst>
          </p:cNvPr>
          <p:cNvSpPr txBox="1"/>
          <p:nvPr/>
        </p:nvSpPr>
        <p:spPr>
          <a:xfrm>
            <a:off x="4414038" y="4802168"/>
            <a:ext cx="1840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Estado Civil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A2DAFE09-DFEA-BED2-7D8E-BC60C3541C61}"/>
              </a:ext>
            </a:extLst>
          </p:cNvPr>
          <p:cNvSpPr txBox="1"/>
          <p:nvPr/>
        </p:nvSpPr>
        <p:spPr>
          <a:xfrm>
            <a:off x="7838165" y="1481748"/>
            <a:ext cx="2273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Estágio de vida</a:t>
            </a: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4DC79C7A-3EFC-ED4F-B57B-94A9EE3BA63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6178397"/>
              </p:ext>
            </p:extLst>
          </p:nvPr>
        </p:nvGraphicFramePr>
        <p:xfrm>
          <a:off x="447853" y="1922557"/>
          <a:ext cx="3340608" cy="89230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328928">
                  <a:extLst>
                    <a:ext uri="{9D8B030D-6E8A-4147-A177-3AD203B41FA5}">
                      <a16:colId xmlns:a16="http://schemas.microsoft.com/office/drawing/2014/main" val="789949350"/>
                    </a:ext>
                  </a:extLst>
                </a:gridCol>
                <a:gridCol w="898144">
                  <a:extLst>
                    <a:ext uri="{9D8B030D-6E8A-4147-A177-3AD203B41FA5}">
                      <a16:colId xmlns:a16="http://schemas.microsoft.com/office/drawing/2014/main" val="3444496599"/>
                    </a:ext>
                  </a:extLst>
                </a:gridCol>
                <a:gridCol w="1113536">
                  <a:extLst>
                    <a:ext uri="{9D8B030D-6E8A-4147-A177-3AD203B41FA5}">
                      <a16:colId xmlns:a16="http://schemas.microsoft.com/office/drawing/2014/main" val="400974645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 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290491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Homem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55.8%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1430069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Mulher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44.2%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52994083"/>
                  </a:ext>
                </a:extLst>
              </a:tr>
            </a:tbl>
          </a:graphicData>
        </a:graphic>
      </p:graphicFrame>
      <p:graphicFrame>
        <p:nvGraphicFramePr>
          <p:cNvPr id="20" name="Tabela 19">
            <a:extLst>
              <a:ext uri="{FF2B5EF4-FFF2-40B4-BE49-F238E27FC236}">
                <a16:creationId xmlns:a16="http://schemas.microsoft.com/office/drawing/2014/main" id="{C08E7BE4-F3DC-F7AC-869A-311349BD22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46441889"/>
              </p:ext>
            </p:extLst>
          </p:nvPr>
        </p:nvGraphicFramePr>
        <p:xfrm>
          <a:off x="4120326" y="1915236"/>
          <a:ext cx="3149640" cy="2379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277829">
                  <a:extLst>
                    <a:ext uri="{9D8B030D-6E8A-4147-A177-3AD203B41FA5}">
                      <a16:colId xmlns:a16="http://schemas.microsoft.com/office/drawing/2014/main" val="562435708"/>
                    </a:ext>
                  </a:extLst>
                </a:gridCol>
                <a:gridCol w="918725">
                  <a:extLst>
                    <a:ext uri="{9D8B030D-6E8A-4147-A177-3AD203B41FA5}">
                      <a16:colId xmlns:a16="http://schemas.microsoft.com/office/drawing/2014/main" val="4048047168"/>
                    </a:ext>
                  </a:extLst>
                </a:gridCol>
                <a:gridCol w="953086">
                  <a:extLst>
                    <a:ext uri="{9D8B030D-6E8A-4147-A177-3AD203B41FA5}">
                      <a16:colId xmlns:a16="http://schemas.microsoft.com/office/drawing/2014/main" val="389951673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Faixa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0597357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12-19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210936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20-24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7.6%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9711176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25-34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26.0%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122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66155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35-44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26.6%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5259278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45-54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20.2%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79486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55-64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12.2%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724930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65-75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24280579"/>
                  </a:ext>
                </a:extLst>
              </a:tr>
            </a:tbl>
          </a:graphicData>
        </a:graphic>
      </p:graphicFrame>
      <p:graphicFrame>
        <p:nvGraphicFramePr>
          <p:cNvPr id="21" name="Tabela 20">
            <a:extLst>
              <a:ext uri="{FF2B5EF4-FFF2-40B4-BE49-F238E27FC236}">
                <a16:creationId xmlns:a16="http://schemas.microsoft.com/office/drawing/2014/main" id="{0BB07523-3B1F-99D7-16E8-F6BC39CE1B27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72688465"/>
              </p:ext>
            </p:extLst>
          </p:nvPr>
        </p:nvGraphicFramePr>
        <p:xfrm>
          <a:off x="390171" y="3426640"/>
          <a:ext cx="3398289" cy="1784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32763">
                  <a:extLst>
                    <a:ext uri="{9D8B030D-6E8A-4147-A177-3AD203B41FA5}">
                      <a16:colId xmlns:a16="http://schemas.microsoft.com/office/drawing/2014/main" val="2155614278"/>
                    </a:ext>
                  </a:extLst>
                </a:gridCol>
                <a:gridCol w="1132763">
                  <a:extLst>
                    <a:ext uri="{9D8B030D-6E8A-4147-A177-3AD203B41FA5}">
                      <a16:colId xmlns:a16="http://schemas.microsoft.com/office/drawing/2014/main" val="3307722458"/>
                    </a:ext>
                  </a:extLst>
                </a:gridCol>
                <a:gridCol w="1132763">
                  <a:extLst>
                    <a:ext uri="{9D8B030D-6E8A-4147-A177-3AD203B41FA5}">
                      <a16:colId xmlns:a16="http://schemas.microsoft.com/office/drawing/2014/main" val="2791017131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Raça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5999924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Preto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15.4%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028811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Pardo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37.8%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22776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Indígena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4264589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Branco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30.2%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4543381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Amarelo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223824457"/>
                  </a:ext>
                </a:extLst>
              </a:tr>
            </a:tbl>
          </a:graphicData>
        </a:graphic>
      </p:graphicFrame>
      <p:graphicFrame>
        <p:nvGraphicFramePr>
          <p:cNvPr id="22" name="Tabela 21">
            <a:extLst>
              <a:ext uri="{FF2B5EF4-FFF2-40B4-BE49-F238E27FC236}">
                <a16:creationId xmlns:a16="http://schemas.microsoft.com/office/drawing/2014/main" id="{4A7B144A-48A1-57A2-24DF-E7FEE7D7328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71626936"/>
              </p:ext>
            </p:extLst>
          </p:nvPr>
        </p:nvGraphicFramePr>
        <p:xfrm>
          <a:off x="4037558" y="5211244"/>
          <a:ext cx="3316326" cy="148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613434">
                  <a:extLst>
                    <a:ext uri="{9D8B030D-6E8A-4147-A177-3AD203B41FA5}">
                      <a16:colId xmlns:a16="http://schemas.microsoft.com/office/drawing/2014/main" val="2517807188"/>
                    </a:ext>
                  </a:extLst>
                </a:gridCol>
                <a:gridCol w="877824">
                  <a:extLst>
                    <a:ext uri="{9D8B030D-6E8A-4147-A177-3AD203B41FA5}">
                      <a16:colId xmlns:a16="http://schemas.microsoft.com/office/drawing/2014/main" val="3887371619"/>
                    </a:ext>
                  </a:extLst>
                </a:gridCol>
                <a:gridCol w="825068">
                  <a:extLst>
                    <a:ext uri="{9D8B030D-6E8A-4147-A177-3AD203B41FA5}">
                      <a16:colId xmlns:a16="http://schemas.microsoft.com/office/drawing/2014/main" val="18120421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Estado Civil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63282244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Solteiro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38.8%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5214155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Casado(a)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49.2%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9496467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Divorciado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8.2%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629748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Viúvo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6347658"/>
                  </a:ext>
                </a:extLst>
              </a:tr>
            </a:tbl>
          </a:graphicData>
        </a:graphic>
      </p:graphicFrame>
      <p:graphicFrame>
        <p:nvGraphicFramePr>
          <p:cNvPr id="23" name="Tabela 22">
            <a:extLst>
              <a:ext uri="{FF2B5EF4-FFF2-40B4-BE49-F238E27FC236}">
                <a16:creationId xmlns:a16="http://schemas.microsoft.com/office/drawing/2014/main" id="{74A0D034-9A5D-6E5E-496E-489A504E2CD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70148317"/>
              </p:ext>
            </p:extLst>
          </p:nvPr>
        </p:nvGraphicFramePr>
        <p:xfrm>
          <a:off x="7601831" y="2021616"/>
          <a:ext cx="4590169" cy="267597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301982">
                  <a:extLst>
                    <a:ext uri="{9D8B030D-6E8A-4147-A177-3AD203B41FA5}">
                      <a16:colId xmlns:a16="http://schemas.microsoft.com/office/drawing/2014/main" val="3230920073"/>
                    </a:ext>
                  </a:extLst>
                </a:gridCol>
                <a:gridCol w="703826">
                  <a:extLst>
                    <a:ext uri="{9D8B030D-6E8A-4147-A177-3AD203B41FA5}">
                      <a16:colId xmlns:a16="http://schemas.microsoft.com/office/drawing/2014/main" val="34483696"/>
                    </a:ext>
                  </a:extLst>
                </a:gridCol>
                <a:gridCol w="584361">
                  <a:extLst>
                    <a:ext uri="{9D8B030D-6E8A-4147-A177-3AD203B41FA5}">
                      <a16:colId xmlns:a16="http://schemas.microsoft.com/office/drawing/2014/main" val="3630775219"/>
                    </a:ext>
                  </a:extLst>
                </a:gridCol>
              </a:tblGrid>
              <a:tr h="396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Estágio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Vert%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Afi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9671850"/>
                  </a:ext>
                </a:extLst>
              </a:tr>
              <a:tr h="396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Pais de </a:t>
                      </a:r>
                      <a:r>
                        <a:rPr lang="en-US" sz="1600" dirty="0" err="1">
                          <a:effectLst/>
                        </a:rPr>
                        <a:t>pré-escolares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16.3%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129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9143915"/>
                  </a:ext>
                </a:extLst>
              </a:tr>
              <a:tr h="396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600" dirty="0">
                          <a:effectLst/>
                        </a:rPr>
                        <a:t>Pais com adolescentes em idade escolar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7.4%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122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3291908"/>
                  </a:ext>
                </a:extLst>
              </a:tr>
              <a:tr h="396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600" dirty="0">
                          <a:effectLst/>
                        </a:rPr>
                        <a:t>Pais de crianças em idade escolar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11.5%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119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66619880"/>
                  </a:ext>
                </a:extLst>
              </a:tr>
              <a:tr h="396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600" dirty="0">
                          <a:effectLst/>
                        </a:rPr>
                        <a:t>Casais adultos que não vivem com filhos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7.2%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118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80920448"/>
                  </a:ext>
                </a:extLst>
              </a:tr>
              <a:tr h="396579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 err="1">
                          <a:effectLst/>
                        </a:rPr>
                        <a:t>Adultos</a:t>
                      </a:r>
                      <a:r>
                        <a:rPr lang="en-US" sz="1600" dirty="0">
                          <a:effectLst/>
                        </a:rPr>
                        <a:t> </a:t>
                      </a:r>
                      <a:r>
                        <a:rPr lang="en-US" sz="1600" dirty="0" err="1">
                          <a:effectLst/>
                        </a:rPr>
                        <a:t>independentes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6.4%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117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072191847"/>
                  </a:ext>
                </a:extLst>
              </a:tr>
            </a:tbl>
          </a:graphicData>
        </a:graphic>
      </p:graphicFrame>
      <p:sp>
        <p:nvSpPr>
          <p:cNvPr id="25" name="CaixaDeTexto 24">
            <a:extLst>
              <a:ext uri="{FF2B5EF4-FFF2-40B4-BE49-F238E27FC236}">
                <a16:creationId xmlns:a16="http://schemas.microsoft.com/office/drawing/2014/main" id="{6E53854E-4458-92D1-833C-A3EE76D52DE6}"/>
              </a:ext>
            </a:extLst>
          </p:cNvPr>
          <p:cNvSpPr txBox="1"/>
          <p:nvPr/>
        </p:nvSpPr>
        <p:spPr>
          <a:xfrm>
            <a:off x="7641032" y="5175978"/>
            <a:ext cx="4386376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Pai/Mãe/Responsável no domicílio: 52.8%</a:t>
            </a:r>
            <a:br>
              <a:rPr lang="pt-B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pt-B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Educação Superior (completo ou incompleto): 59.2%</a:t>
            </a:r>
            <a:br>
              <a:rPr lang="pt-B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</a:br>
            <a:r>
              <a:rPr lang="pt-BR" sz="1800" dirty="0">
                <a:effectLst/>
                <a:latin typeface="Cambria" panose="02040503050406030204" pitchFamily="18" charset="0"/>
                <a:ea typeface="MS Mincho" panose="02020609040205080304" pitchFamily="49" charset="-128"/>
                <a:cs typeface="Times New Roman" panose="02020603050405020304" pitchFamily="18" charset="0"/>
              </a:rPr>
              <a:t>Trabalha: 71.6%</a:t>
            </a:r>
            <a:endParaRPr lang="pt-BR" dirty="0"/>
          </a:p>
        </p:txBody>
      </p:sp>
      <p:sp>
        <p:nvSpPr>
          <p:cNvPr id="26" name="CaixaDeTexto 25">
            <a:extLst>
              <a:ext uri="{FF2B5EF4-FFF2-40B4-BE49-F238E27FC236}">
                <a16:creationId xmlns:a16="http://schemas.microsoft.com/office/drawing/2014/main" id="{7384516E-D893-8B80-214C-9B35A9B68E47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316423429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2644427-9CD0-0BE8-603C-44C6C58CBE1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3EAED7A-B3FF-ACDB-7C73-E362A1D1E780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13C6F93-60EE-0A88-9F08-016E156FFC92}"/>
              </a:ext>
            </a:extLst>
          </p:cNvPr>
          <p:cNvSpPr txBox="1"/>
          <p:nvPr/>
        </p:nvSpPr>
        <p:spPr>
          <a:xfrm>
            <a:off x="283261" y="386835"/>
            <a:ext cx="4929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Classe Social e Renda 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47017616-4054-A03C-2CD3-7F70FF3A0EFC}"/>
              </a:ext>
            </a:extLst>
          </p:cNvPr>
          <p:cNvSpPr txBox="1"/>
          <p:nvPr/>
        </p:nvSpPr>
        <p:spPr>
          <a:xfrm>
            <a:off x="7353885" y="417612"/>
            <a:ext cx="4673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Direita não Bolsonarista</a:t>
            </a:r>
          </a:p>
        </p:txBody>
      </p:sp>
      <p:sp>
        <p:nvSpPr>
          <p:cNvPr id="10" name="CaixaDeTexto 9">
            <a:extLst>
              <a:ext uri="{FF2B5EF4-FFF2-40B4-BE49-F238E27FC236}">
                <a16:creationId xmlns:a16="http://schemas.microsoft.com/office/drawing/2014/main" id="{F24E4F13-D4F6-F76E-FA43-5151144C508B}"/>
              </a:ext>
            </a:extLst>
          </p:cNvPr>
          <p:cNvSpPr txBox="1"/>
          <p:nvPr/>
        </p:nvSpPr>
        <p:spPr>
          <a:xfrm>
            <a:off x="3520320" y="5787218"/>
            <a:ext cx="6099048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20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Renda Média Mensal Familiar: R$ 5.185</a:t>
            </a:r>
            <a:endParaRPr lang="pt-BR" sz="2000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CBFA9FE4-1D29-B873-FA5D-D7DE9C035E9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44867096"/>
              </p:ext>
            </p:extLst>
          </p:nvPr>
        </p:nvGraphicFramePr>
        <p:xfrm>
          <a:off x="5852160" y="2238500"/>
          <a:ext cx="5730240" cy="26769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255264">
                  <a:extLst>
                    <a:ext uri="{9D8B030D-6E8A-4147-A177-3AD203B41FA5}">
                      <a16:colId xmlns:a16="http://schemas.microsoft.com/office/drawing/2014/main" val="612291044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851184373"/>
                    </a:ext>
                  </a:extLst>
                </a:gridCol>
                <a:gridCol w="1377696">
                  <a:extLst>
                    <a:ext uri="{9D8B030D-6E8A-4147-A177-3AD203B41FA5}">
                      <a16:colId xmlns:a16="http://schemas.microsoft.com/office/drawing/2014/main" val="251295060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Afin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902651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Evangélicas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27.1%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118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134987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Afro-Brasileiras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101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24029468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Católica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25.7%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3823624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Espírita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80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3444761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Judaica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71365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Orientais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646970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Outras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227709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Não</a:t>
                      </a:r>
                      <a:r>
                        <a:rPr lang="en-US" sz="1800" dirty="0">
                          <a:effectLst/>
                        </a:rPr>
                        <a:t> segue </a:t>
                      </a: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23.4%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06418759"/>
                  </a:ext>
                </a:extLst>
              </a:tr>
            </a:tbl>
          </a:graphicData>
        </a:graphic>
      </p:graphicFrame>
      <p:graphicFrame>
        <p:nvGraphicFramePr>
          <p:cNvPr id="12" name="Tabela 11">
            <a:extLst>
              <a:ext uri="{FF2B5EF4-FFF2-40B4-BE49-F238E27FC236}">
                <a16:creationId xmlns:a16="http://schemas.microsoft.com/office/drawing/2014/main" id="{F006D7FF-AF86-E9D9-74AD-F38471AFEFD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37193076"/>
              </p:ext>
            </p:extLst>
          </p:nvPr>
        </p:nvGraphicFramePr>
        <p:xfrm>
          <a:off x="283261" y="2238500"/>
          <a:ext cx="4617924" cy="148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39308">
                  <a:extLst>
                    <a:ext uri="{9D8B030D-6E8A-4147-A177-3AD203B41FA5}">
                      <a16:colId xmlns:a16="http://schemas.microsoft.com/office/drawing/2014/main" val="235513910"/>
                    </a:ext>
                  </a:extLst>
                </a:gridCol>
                <a:gridCol w="1539308">
                  <a:extLst>
                    <a:ext uri="{9D8B030D-6E8A-4147-A177-3AD203B41FA5}">
                      <a16:colId xmlns:a16="http://schemas.microsoft.com/office/drawing/2014/main" val="778976187"/>
                    </a:ext>
                  </a:extLst>
                </a:gridCol>
                <a:gridCol w="1539308">
                  <a:extLst>
                    <a:ext uri="{9D8B030D-6E8A-4147-A177-3AD203B41FA5}">
                      <a16:colId xmlns:a16="http://schemas.microsoft.com/office/drawing/2014/main" val="47006431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Classe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54501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12.8%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204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3757005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25.0%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85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69854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45.5%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1561416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16.7%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03061082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C06B1F79-16C6-9999-F801-AB24AF67BCA4}"/>
              </a:ext>
            </a:extLst>
          </p:cNvPr>
          <p:cNvSpPr txBox="1"/>
          <p:nvPr/>
        </p:nvSpPr>
        <p:spPr>
          <a:xfrm>
            <a:off x="737616" y="1628323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Classe Social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9F173235-38CA-76DF-1F9A-E1644E8BEBD1}"/>
              </a:ext>
            </a:extLst>
          </p:cNvPr>
          <p:cNvSpPr txBox="1"/>
          <p:nvPr/>
        </p:nvSpPr>
        <p:spPr>
          <a:xfrm>
            <a:off x="6742176" y="1660661"/>
            <a:ext cx="130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Religião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8E28E9F-AF3E-69A3-AA84-7CA3C18B13F0}"/>
              </a:ext>
            </a:extLst>
          </p:cNvPr>
          <p:cNvSpPr txBox="1"/>
          <p:nvPr/>
        </p:nvSpPr>
        <p:spPr>
          <a:xfrm>
            <a:off x="3465456" y="5372653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Renda: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8DB0EF1-98B4-6E3B-61D1-891866715D13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1130069357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F0A73A-40A5-AF8F-0DA6-9BB122C25E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53A3453F-5BF8-4138-E607-E52CD87E08E4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DE65BA39-A939-B405-C60C-D545C7AABF80}"/>
              </a:ext>
            </a:extLst>
          </p:cNvPr>
          <p:cNvSpPr txBox="1"/>
          <p:nvPr/>
        </p:nvSpPr>
        <p:spPr>
          <a:xfrm>
            <a:off x="228397" y="405123"/>
            <a:ext cx="4603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Interesses e Crenças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D51BEC4-F006-B333-1455-B1585224F878}"/>
              </a:ext>
            </a:extLst>
          </p:cNvPr>
          <p:cNvSpPr txBox="1"/>
          <p:nvPr/>
        </p:nvSpPr>
        <p:spPr>
          <a:xfrm>
            <a:off x="7299021" y="435900"/>
            <a:ext cx="4673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Direita não Bolsonarista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40AA1F7B-6237-2323-D6B0-A1153E452A0E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61657433"/>
              </p:ext>
            </p:extLst>
          </p:nvPr>
        </p:nvGraphicFramePr>
        <p:xfrm>
          <a:off x="228397" y="1911357"/>
          <a:ext cx="11744147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493771">
                  <a:extLst>
                    <a:ext uri="{9D8B030D-6E8A-4147-A177-3AD203B41FA5}">
                      <a16:colId xmlns:a16="http://schemas.microsoft.com/office/drawing/2014/main" val="2849561555"/>
                    </a:ext>
                  </a:extLst>
                </a:gridCol>
                <a:gridCol w="1125188">
                  <a:extLst>
                    <a:ext uri="{9D8B030D-6E8A-4147-A177-3AD203B41FA5}">
                      <a16:colId xmlns:a16="http://schemas.microsoft.com/office/drawing/2014/main" val="378303231"/>
                    </a:ext>
                  </a:extLst>
                </a:gridCol>
                <a:gridCol w="1125188">
                  <a:extLst>
                    <a:ext uri="{9D8B030D-6E8A-4147-A177-3AD203B41FA5}">
                      <a16:colId xmlns:a16="http://schemas.microsoft.com/office/drawing/2014/main" val="249641105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DIREITA NÃO BOLSONARISTA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Vert%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Afinidade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8558350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 É muito importante estar bem-informado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97%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102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2956654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Vale a pena pagar um pouco mais por produtos de higiene pessoal de boa qualidade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81685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 É importante sentir-se respeitado pelos nossos colegas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107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3426288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 É importante seguir aprendendo coisas novas no decorrer da vida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74796033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 Deve-se aproveitar as oportunidades quando surgem na vida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106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111036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Creio que devemos lutar pela igualdade de todos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91528038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Eu estou sempre procurando ideias novas para melhorar a minha casa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117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0609173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Gosto de produtos que facilitem o meu dia a dia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9095568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Reciclar é um dever de todos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104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1501531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 Minha fé é realmente importante para mim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2641038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Minha casa é o melhor lugar do mundo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110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8798591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Não abro mão do conforto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109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3191845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Eu sempre procuro os melhores preços ao comprar um equipamento eletrônico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108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6664762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Quando necessito de informação o primeiro lugar onde busco é a internet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123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767596262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 Tenho prazer em passar tempo com a minha família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108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88127068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CE0F36B7-058F-7DA3-21DE-1F315B594E49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3648550322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D24C71E-0206-5F38-30FE-235DB4E889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B3D13E53-8B08-0F34-8F50-218064C3D1BA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0CAD25A3-4BC2-334B-1765-874B04A3BAB7}"/>
              </a:ext>
            </a:extLst>
          </p:cNvPr>
          <p:cNvSpPr txBox="1"/>
          <p:nvPr/>
        </p:nvSpPr>
        <p:spPr>
          <a:xfrm>
            <a:off x="7372173" y="417612"/>
            <a:ext cx="4673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Direita não Bolsonarista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9C52C6BA-D036-283C-4698-5CB2F1138AE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0994580"/>
              </p:ext>
            </p:extLst>
          </p:nvPr>
        </p:nvGraphicFramePr>
        <p:xfrm>
          <a:off x="3520440" y="1898868"/>
          <a:ext cx="5151120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090672">
                  <a:extLst>
                    <a:ext uri="{9D8B030D-6E8A-4147-A177-3AD203B41FA5}">
                      <a16:colId xmlns:a16="http://schemas.microsoft.com/office/drawing/2014/main" val="1310386182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3752774604"/>
                    </a:ext>
                  </a:extLst>
                </a:gridCol>
                <a:gridCol w="1030224">
                  <a:extLst>
                    <a:ext uri="{9D8B030D-6E8A-4147-A177-3AD203B41FA5}">
                      <a16:colId xmlns:a16="http://schemas.microsoft.com/office/drawing/2014/main" val="2094436996"/>
                    </a:ext>
                  </a:extLst>
                </a:gridCol>
              </a:tblGrid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Meio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35636678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Internet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65323789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Redes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61165217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OOH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083489337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TV Aberta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847724324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Radio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122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241750496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Streaming de Música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409462284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VOD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42614792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Pay TV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151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9920327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Podcast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9724534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Jornal Online: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842256221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Rádio Online: Ouviu-U7d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175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2723860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Revista Online: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180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8886192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Cinema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156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9207424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Jornal Impresso: Leu-U7d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218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604202650"/>
                  </a:ext>
                </a:extLst>
              </a:tr>
              <a:tr h="28346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Revista Impressa - Recente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255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171031039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D432D9EC-C88A-598A-AB28-074B733F3772}"/>
              </a:ext>
            </a:extLst>
          </p:cNvPr>
          <p:cNvSpPr txBox="1"/>
          <p:nvPr/>
        </p:nvSpPr>
        <p:spPr>
          <a:xfrm>
            <a:off x="374701" y="130803"/>
            <a:ext cx="44807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Hábitos de Midia/</a:t>
            </a:r>
          </a:p>
          <a:p>
            <a:r>
              <a:rPr lang="pt-BR" sz="3600" b="1" dirty="0">
                <a:solidFill>
                  <a:schemeClr val="bg1"/>
                </a:solidFill>
              </a:rPr>
              <a:t>Consumo dos meios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FFBD4E7-69C9-325F-9064-EBCE18A15A54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2237028268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245514-D57D-C899-F07D-2F43C94EC3B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11CE06B-DD2A-E194-CD49-374C836A395E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5A2921-F63D-F9BA-FEAF-43B9B36F53BE}"/>
              </a:ext>
            </a:extLst>
          </p:cNvPr>
          <p:cNvSpPr txBox="1"/>
          <p:nvPr/>
        </p:nvSpPr>
        <p:spPr>
          <a:xfrm>
            <a:off x="264973" y="331971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Relação &amp; Hábitos</a:t>
            </a:r>
          </a:p>
        </p:txBody>
      </p:sp>
      <p:sp>
        <p:nvSpPr>
          <p:cNvPr id="5" name="CaixaDeTexto 4">
            <a:extLst>
              <a:ext uri="{FF2B5EF4-FFF2-40B4-BE49-F238E27FC236}">
                <a16:creationId xmlns:a16="http://schemas.microsoft.com/office/drawing/2014/main" id="{E4FD6FD4-4EFD-0402-3F47-2271A85AB396}"/>
              </a:ext>
            </a:extLst>
          </p:cNvPr>
          <p:cNvSpPr txBox="1"/>
          <p:nvPr/>
        </p:nvSpPr>
        <p:spPr>
          <a:xfrm>
            <a:off x="7335597" y="362748"/>
            <a:ext cx="4673523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Direita não Bolsonarista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7F8E1109-81B4-6A46-A722-84D87408DE6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462210"/>
              </p:ext>
            </p:extLst>
          </p:nvPr>
        </p:nvGraphicFramePr>
        <p:xfrm>
          <a:off x="2103120" y="2739727"/>
          <a:ext cx="7406640" cy="26716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642646">
                  <a:extLst>
                    <a:ext uri="{9D8B030D-6E8A-4147-A177-3AD203B41FA5}">
                      <a16:colId xmlns:a16="http://schemas.microsoft.com/office/drawing/2014/main" val="1609966704"/>
                    </a:ext>
                  </a:extLst>
                </a:gridCol>
                <a:gridCol w="1381997">
                  <a:extLst>
                    <a:ext uri="{9D8B030D-6E8A-4147-A177-3AD203B41FA5}">
                      <a16:colId xmlns:a16="http://schemas.microsoft.com/office/drawing/2014/main" val="2340371525"/>
                    </a:ext>
                  </a:extLst>
                </a:gridCol>
                <a:gridCol w="1381997">
                  <a:extLst>
                    <a:ext uri="{9D8B030D-6E8A-4147-A177-3AD203B41FA5}">
                      <a16:colId xmlns:a16="http://schemas.microsoft.com/office/drawing/2014/main" val="3273190100"/>
                    </a:ext>
                  </a:extLst>
                </a:gridCol>
              </a:tblGrid>
              <a:tr h="6195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Prioridades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0" i="0" u="none" strike="noStrike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8264544"/>
                  </a:ext>
                </a:extLst>
              </a:tr>
              <a:tr h="3770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economia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122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3439016"/>
                  </a:ext>
                </a:extLst>
              </a:tr>
              <a:tr h="30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Combate à violência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8881205"/>
                  </a:ext>
                </a:extLst>
              </a:tr>
              <a:tr h="30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saúde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180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174717978"/>
                  </a:ext>
                </a:extLst>
              </a:tr>
              <a:tr h="3770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Combater a Corrupção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189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6563604"/>
                  </a:ext>
                </a:extLst>
              </a:tr>
              <a:tr h="306989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Cuidar da Educação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379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223058993"/>
                  </a:ext>
                </a:extLst>
              </a:tr>
              <a:tr h="377064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Atenção com problemas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425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56268829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10D2518A-A3B3-6E03-449C-976A020ACC89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271171773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6B5D4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EFD310-604D-2CD9-91C7-8BFFD60A2B0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aixaDeTexto 1">
            <a:extLst>
              <a:ext uri="{FF2B5EF4-FFF2-40B4-BE49-F238E27FC236}">
                <a16:creationId xmlns:a16="http://schemas.microsoft.com/office/drawing/2014/main" id="{16F66890-EA22-85FE-ACDD-BC0D6E2117EF}"/>
              </a:ext>
            </a:extLst>
          </p:cNvPr>
          <p:cNvSpPr txBox="1"/>
          <p:nvPr/>
        </p:nvSpPr>
        <p:spPr>
          <a:xfrm>
            <a:off x="3588518" y="2613392"/>
            <a:ext cx="5014963" cy="16312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pt-BR" sz="6000" b="1" dirty="0">
                <a:solidFill>
                  <a:schemeClr val="bg1"/>
                </a:solidFill>
              </a:rPr>
              <a:t>Bolsonaristas</a:t>
            </a:r>
          </a:p>
          <a:p>
            <a:pPr algn="ctr"/>
            <a:r>
              <a:rPr lang="pt-BR" sz="3600" b="1" dirty="0">
                <a:solidFill>
                  <a:schemeClr val="bg1"/>
                </a:solidFill>
              </a:rPr>
              <a:t>20.199.247 eleitores</a:t>
            </a:r>
          </a:p>
        </p:txBody>
      </p:sp>
    </p:spTree>
    <p:extLst>
      <p:ext uri="{BB962C8B-B14F-4D97-AF65-F5344CB8AC3E}">
        <p14:creationId xmlns:p14="http://schemas.microsoft.com/office/powerpoint/2010/main" val="307187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C2C5CC9-DD35-D799-1B66-27ACA95D7E9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4D54C48B-0E53-B652-2ECE-E9185E6FDEBA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C412AF5B-2CBA-8D85-A25A-82A9B1D000A5}"/>
              </a:ext>
            </a:extLst>
          </p:cNvPr>
          <p:cNvSpPr txBox="1"/>
          <p:nvPr/>
        </p:nvSpPr>
        <p:spPr>
          <a:xfrm>
            <a:off x="319837" y="405123"/>
            <a:ext cx="451546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Definição do Público</a:t>
            </a:r>
          </a:p>
        </p:txBody>
      </p:sp>
      <p:sp>
        <p:nvSpPr>
          <p:cNvPr id="7" name="CaixaDeTexto 6">
            <a:extLst>
              <a:ext uri="{FF2B5EF4-FFF2-40B4-BE49-F238E27FC236}">
                <a16:creationId xmlns:a16="http://schemas.microsoft.com/office/drawing/2014/main" id="{A7AE8248-37BC-7483-D664-B12B6A41B307}"/>
              </a:ext>
            </a:extLst>
          </p:cNvPr>
          <p:cNvSpPr txBox="1"/>
          <p:nvPr/>
        </p:nvSpPr>
        <p:spPr>
          <a:xfrm>
            <a:off x="9109533" y="435900"/>
            <a:ext cx="2761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Bolsonaristas</a:t>
            </a:r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30E296E4-61A1-A073-556E-E1A915A7FF37}"/>
              </a:ext>
            </a:extLst>
          </p:cNvPr>
          <p:cNvSpPr txBox="1"/>
          <p:nvPr/>
        </p:nvSpPr>
        <p:spPr>
          <a:xfrm>
            <a:off x="702780" y="2040968"/>
            <a:ext cx="11296294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dirty="0"/>
              <a:t>Os Bolsonaristas são, de certa forma, o espelho dos Lulistas no campo da direita: fiéis ao seu líder, leais à sua causa e resistentes a qualquer crítica ao candidato. Também com maioria masculina, distribuem-se de forma mais equilibrada entre as faixas etárias, com leve concentração entre 25 e 44 anos.</a:t>
            </a:r>
          </a:p>
          <a:p>
            <a:r>
              <a:rPr lang="pt-BR" dirty="0"/>
              <a:t>Pertencem a todas as </a:t>
            </a:r>
            <a:r>
              <a:rPr lang="pt-BR" dirty="0" err="1"/>
              <a:t>clases</a:t>
            </a:r>
            <a:r>
              <a:rPr lang="pt-BR" dirty="0"/>
              <a:t> sociais, mas com maior concentração nas classes BCDE, com renda média de R$ 4.369 — muito próxima à dos Lulistas.</a:t>
            </a:r>
          </a:p>
          <a:p>
            <a:endParaRPr lang="pt-BR" dirty="0"/>
          </a:p>
          <a:p>
            <a:r>
              <a:rPr lang="pt-BR" dirty="0"/>
              <a:t>O que os define </a:t>
            </a:r>
            <a:r>
              <a:rPr lang="pt-BR" dirty="0" err="1"/>
              <a:t>atitudinalmente</a:t>
            </a:r>
            <a:r>
              <a:rPr lang="pt-BR" dirty="0"/>
              <a:t> é um profundo conservadorismo nos costumes: são o grupo com a </a:t>
            </a:r>
            <a:r>
              <a:rPr lang="pt-BR" b="1" dirty="0"/>
              <a:t>menor afinidade</a:t>
            </a:r>
            <a:r>
              <a:rPr lang="pt-BR" dirty="0"/>
              <a:t> com frases sobre aceitação da diversidade sexual (afinidade 54) e igualdade de gênero (afinidade 52), e </a:t>
            </a:r>
            <a:r>
              <a:rPr lang="pt-BR" b="1" dirty="0"/>
              <a:t>alta afinidade </a:t>
            </a:r>
            <a:r>
              <a:rPr lang="pt-BR" dirty="0"/>
              <a:t>com a ideia de que "o lugar da mulher é dentro de casa" (afinidade 119). Conectados, mais da metade (55%) busca informação primeiro na internet e redes sociais. Dizem confiar nas informações que encontram na internet e ela é a principal fonte de entretenimento desse publico.</a:t>
            </a:r>
          </a:p>
          <a:p>
            <a:endParaRPr lang="pt-BR" dirty="0"/>
          </a:p>
          <a:p>
            <a:r>
              <a:rPr lang="pt-BR" dirty="0"/>
              <a:t>Acreditam que cumprir o dever é mais importante do que aproveitar a vida e não se preocupam muito com a aparência. Para eles, a política é uma questão de lealdade e identidade — e Bolsonaro é o líder que encarna seus valores tradicionais.</a:t>
            </a:r>
          </a:p>
        </p:txBody>
      </p:sp>
      <p:sp>
        <p:nvSpPr>
          <p:cNvPr id="8" name="CaixaDeTexto 7">
            <a:extLst>
              <a:ext uri="{FF2B5EF4-FFF2-40B4-BE49-F238E27FC236}">
                <a16:creationId xmlns:a16="http://schemas.microsoft.com/office/drawing/2014/main" id="{C33B8164-B2FA-6763-6059-72C350C99FD4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4092668349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FF38DB-BF2C-954C-BB69-692E74EC47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E6FC4C2D-4034-ECE0-0055-C60002814CD0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36AF8958-F3DA-4395-5324-C2C57D6C6B93}"/>
              </a:ext>
            </a:extLst>
          </p:cNvPr>
          <p:cNvSpPr txBox="1"/>
          <p:nvPr/>
        </p:nvSpPr>
        <p:spPr>
          <a:xfrm>
            <a:off x="429565" y="386835"/>
            <a:ext cx="40847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Perfil Demográfico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58071953-D1A9-6291-C7D1-8A646C15F57F}"/>
              </a:ext>
            </a:extLst>
          </p:cNvPr>
          <p:cNvSpPr txBox="1"/>
          <p:nvPr/>
        </p:nvSpPr>
        <p:spPr>
          <a:xfrm>
            <a:off x="9219261" y="417612"/>
            <a:ext cx="2761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Bolsonaristas</a:t>
            </a:r>
          </a:p>
        </p:txBody>
      </p:sp>
      <p:graphicFrame>
        <p:nvGraphicFramePr>
          <p:cNvPr id="8" name="Tabela 7">
            <a:extLst>
              <a:ext uri="{FF2B5EF4-FFF2-40B4-BE49-F238E27FC236}">
                <a16:creationId xmlns:a16="http://schemas.microsoft.com/office/drawing/2014/main" id="{3B8BB8DF-DFFF-F2FD-477D-746012BF4E2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65938620"/>
              </p:ext>
            </p:extLst>
          </p:nvPr>
        </p:nvGraphicFramePr>
        <p:xfrm>
          <a:off x="3856436" y="1929737"/>
          <a:ext cx="3282899" cy="23794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53410">
                  <a:extLst>
                    <a:ext uri="{9D8B030D-6E8A-4147-A177-3AD203B41FA5}">
                      <a16:colId xmlns:a16="http://schemas.microsoft.com/office/drawing/2014/main" val="2499626688"/>
                    </a:ext>
                  </a:extLst>
                </a:gridCol>
                <a:gridCol w="969953">
                  <a:extLst>
                    <a:ext uri="{9D8B030D-6E8A-4147-A177-3AD203B41FA5}">
                      <a16:colId xmlns:a16="http://schemas.microsoft.com/office/drawing/2014/main" val="2667854897"/>
                    </a:ext>
                  </a:extLst>
                </a:gridCol>
                <a:gridCol w="859536">
                  <a:extLst>
                    <a:ext uri="{9D8B030D-6E8A-4147-A177-3AD203B41FA5}">
                      <a16:colId xmlns:a16="http://schemas.microsoft.com/office/drawing/2014/main" val="331041212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Faixa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9017915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12-19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5.9%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142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53596326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20-24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1392175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25-34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22.2%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809120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35-44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22.0%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102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743250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45-54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16.6%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91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3990530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55-64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13.3%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8474163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65-75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10.5%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8671831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BE11A866-DF22-48E7-8D98-01E79D24D7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72078428"/>
              </p:ext>
            </p:extLst>
          </p:nvPr>
        </p:nvGraphicFramePr>
        <p:xfrm>
          <a:off x="115824" y="3446513"/>
          <a:ext cx="3578352" cy="1784604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192784">
                  <a:extLst>
                    <a:ext uri="{9D8B030D-6E8A-4147-A177-3AD203B41FA5}">
                      <a16:colId xmlns:a16="http://schemas.microsoft.com/office/drawing/2014/main" val="3002044985"/>
                    </a:ext>
                  </a:extLst>
                </a:gridCol>
                <a:gridCol w="1192784">
                  <a:extLst>
                    <a:ext uri="{9D8B030D-6E8A-4147-A177-3AD203B41FA5}">
                      <a16:colId xmlns:a16="http://schemas.microsoft.com/office/drawing/2014/main" val="1026421294"/>
                    </a:ext>
                  </a:extLst>
                </a:gridCol>
                <a:gridCol w="1192784">
                  <a:extLst>
                    <a:ext uri="{9D8B030D-6E8A-4147-A177-3AD203B41FA5}">
                      <a16:colId xmlns:a16="http://schemas.microsoft.com/office/drawing/2014/main" val="17821087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Raça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2870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Preto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9.0%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69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2826266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Pardo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26.5%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77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7800407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Indígena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0.4%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66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5497212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Branco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26.7%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83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60234589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Amarelo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95390398"/>
                  </a:ext>
                </a:extLst>
              </a:tr>
            </a:tbl>
          </a:graphicData>
        </a:graphic>
      </p:graphicFrame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D194C33-0FFA-E9BE-4DD2-2CFA12854F9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8136512"/>
              </p:ext>
            </p:extLst>
          </p:nvPr>
        </p:nvGraphicFramePr>
        <p:xfrm>
          <a:off x="245263" y="1897384"/>
          <a:ext cx="3138015" cy="79324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046005">
                  <a:extLst>
                    <a:ext uri="{9D8B030D-6E8A-4147-A177-3AD203B41FA5}">
                      <a16:colId xmlns:a16="http://schemas.microsoft.com/office/drawing/2014/main" val="2403747798"/>
                    </a:ext>
                  </a:extLst>
                </a:gridCol>
                <a:gridCol w="1046005">
                  <a:extLst>
                    <a:ext uri="{9D8B030D-6E8A-4147-A177-3AD203B41FA5}">
                      <a16:colId xmlns:a16="http://schemas.microsoft.com/office/drawing/2014/main" val="938974333"/>
                    </a:ext>
                  </a:extLst>
                </a:gridCol>
                <a:gridCol w="1046005">
                  <a:extLst>
                    <a:ext uri="{9D8B030D-6E8A-4147-A177-3AD203B41FA5}">
                      <a16:colId xmlns:a16="http://schemas.microsoft.com/office/drawing/2014/main" val="329342117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 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Vert%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Afi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0626888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Homem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56.0%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116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1226987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Mulher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>
                          <a:effectLst/>
                        </a:rPr>
                        <a:t>44.0%</a:t>
                      </a:r>
                      <a:endParaRPr lang="pt-BR" sz="16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600" dirty="0">
                          <a:effectLst/>
                        </a:rPr>
                        <a:t>85</a:t>
                      </a:r>
                      <a:endParaRPr lang="pt-BR" sz="16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94913383"/>
                  </a:ext>
                </a:extLst>
              </a:tr>
            </a:tbl>
          </a:graphicData>
        </a:graphic>
      </p:graphicFrame>
      <p:graphicFrame>
        <p:nvGraphicFramePr>
          <p:cNvPr id="11" name="Tabela 10">
            <a:extLst>
              <a:ext uri="{FF2B5EF4-FFF2-40B4-BE49-F238E27FC236}">
                <a16:creationId xmlns:a16="http://schemas.microsoft.com/office/drawing/2014/main" id="{8EC11B65-AD54-AB19-E90E-6A53CD40226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0195095"/>
              </p:ext>
            </p:extLst>
          </p:nvPr>
        </p:nvGraphicFramePr>
        <p:xfrm>
          <a:off x="4201540" y="5231117"/>
          <a:ext cx="3340608" cy="148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540256">
                  <a:extLst>
                    <a:ext uri="{9D8B030D-6E8A-4147-A177-3AD203B41FA5}">
                      <a16:colId xmlns:a16="http://schemas.microsoft.com/office/drawing/2014/main" val="1452780269"/>
                    </a:ext>
                  </a:extLst>
                </a:gridCol>
                <a:gridCol w="1105408">
                  <a:extLst>
                    <a:ext uri="{9D8B030D-6E8A-4147-A177-3AD203B41FA5}">
                      <a16:colId xmlns:a16="http://schemas.microsoft.com/office/drawing/2014/main" val="2335306464"/>
                    </a:ext>
                  </a:extLst>
                </a:gridCol>
                <a:gridCol w="694944">
                  <a:extLst>
                    <a:ext uri="{9D8B030D-6E8A-4147-A177-3AD203B41FA5}">
                      <a16:colId xmlns:a16="http://schemas.microsoft.com/office/drawing/2014/main" val="110727187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Estado Civil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9596394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Solteiro(a)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40.5%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100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91456929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Casado(a)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45.3%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100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116926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Divorciado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9.2%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76117573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Viúvo</a:t>
                      </a:r>
                      <a:r>
                        <a:rPr lang="en-US" sz="1800" dirty="0">
                          <a:effectLst/>
                        </a:rPr>
                        <a:t>(a)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5.0%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781113866"/>
                  </a:ext>
                </a:extLst>
              </a:tr>
            </a:tbl>
          </a:graphicData>
        </a:graphic>
      </p:graphicFrame>
      <p:sp>
        <p:nvSpPr>
          <p:cNvPr id="13" name="CaixaDeTexto 12">
            <a:extLst>
              <a:ext uri="{FF2B5EF4-FFF2-40B4-BE49-F238E27FC236}">
                <a16:creationId xmlns:a16="http://schemas.microsoft.com/office/drawing/2014/main" id="{AC40AAE7-1DA1-592F-AF44-CF2A0F866D15}"/>
              </a:ext>
            </a:extLst>
          </p:cNvPr>
          <p:cNvSpPr txBox="1"/>
          <p:nvPr/>
        </p:nvSpPr>
        <p:spPr>
          <a:xfrm>
            <a:off x="7975541" y="5231117"/>
            <a:ext cx="4162423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Pai/Mãe/Responsável no domicílio: 42.1%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Educação Superior (completo ou incompleto): 60.1%</a:t>
            </a:r>
            <a:b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</a:br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Trabalha: 61.5%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21772E65-C24D-EC6E-24BC-269EF7A2BF7F}"/>
              </a:ext>
            </a:extLst>
          </p:cNvPr>
          <p:cNvSpPr txBox="1"/>
          <p:nvPr/>
        </p:nvSpPr>
        <p:spPr>
          <a:xfrm>
            <a:off x="447853" y="1460893"/>
            <a:ext cx="12135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Gênero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BA4AC866-CCA4-BF45-AB61-75618D1144F6}"/>
              </a:ext>
            </a:extLst>
          </p:cNvPr>
          <p:cNvSpPr txBox="1"/>
          <p:nvPr/>
        </p:nvSpPr>
        <p:spPr>
          <a:xfrm>
            <a:off x="4893691" y="1453571"/>
            <a:ext cx="97815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Idade</a:t>
            </a:r>
          </a:p>
        </p:txBody>
      </p:sp>
      <p:sp>
        <p:nvSpPr>
          <p:cNvPr id="16" name="CaixaDeTexto 15">
            <a:extLst>
              <a:ext uri="{FF2B5EF4-FFF2-40B4-BE49-F238E27FC236}">
                <a16:creationId xmlns:a16="http://schemas.microsoft.com/office/drawing/2014/main" id="{F8713B73-676E-61CF-9652-D05ED1AD6DE5}"/>
              </a:ext>
            </a:extLst>
          </p:cNvPr>
          <p:cNvSpPr txBox="1"/>
          <p:nvPr/>
        </p:nvSpPr>
        <p:spPr>
          <a:xfrm>
            <a:off x="390171" y="2889917"/>
            <a:ext cx="888385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Raça</a:t>
            </a:r>
          </a:p>
        </p:txBody>
      </p:sp>
      <p:sp>
        <p:nvSpPr>
          <p:cNvPr id="17" name="CaixaDeTexto 16">
            <a:extLst>
              <a:ext uri="{FF2B5EF4-FFF2-40B4-BE49-F238E27FC236}">
                <a16:creationId xmlns:a16="http://schemas.microsoft.com/office/drawing/2014/main" id="{B15E35E9-EE3B-8828-CFDC-12A9E06777E8}"/>
              </a:ext>
            </a:extLst>
          </p:cNvPr>
          <p:cNvSpPr txBox="1"/>
          <p:nvPr/>
        </p:nvSpPr>
        <p:spPr>
          <a:xfrm>
            <a:off x="4414038" y="4802168"/>
            <a:ext cx="1840760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Estado Civil</a:t>
            </a:r>
          </a:p>
        </p:txBody>
      </p:sp>
      <p:sp>
        <p:nvSpPr>
          <p:cNvPr id="18" name="CaixaDeTexto 17">
            <a:extLst>
              <a:ext uri="{FF2B5EF4-FFF2-40B4-BE49-F238E27FC236}">
                <a16:creationId xmlns:a16="http://schemas.microsoft.com/office/drawing/2014/main" id="{4E46FA8B-B946-4716-0BB2-ED61A3076992}"/>
              </a:ext>
            </a:extLst>
          </p:cNvPr>
          <p:cNvSpPr txBox="1"/>
          <p:nvPr/>
        </p:nvSpPr>
        <p:spPr>
          <a:xfrm>
            <a:off x="7783182" y="1468072"/>
            <a:ext cx="227357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Estágio de vida</a:t>
            </a:r>
          </a:p>
        </p:txBody>
      </p:sp>
      <p:graphicFrame>
        <p:nvGraphicFramePr>
          <p:cNvPr id="19" name="Tabela 18">
            <a:extLst>
              <a:ext uri="{FF2B5EF4-FFF2-40B4-BE49-F238E27FC236}">
                <a16:creationId xmlns:a16="http://schemas.microsoft.com/office/drawing/2014/main" id="{158ABDE2-5D87-6E24-B39B-053381C8767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9167342"/>
              </p:ext>
            </p:extLst>
          </p:nvPr>
        </p:nvGraphicFramePr>
        <p:xfrm>
          <a:off x="7313553" y="1952283"/>
          <a:ext cx="4878446" cy="2100072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3110607">
                  <a:extLst>
                    <a:ext uri="{9D8B030D-6E8A-4147-A177-3AD203B41FA5}">
                      <a16:colId xmlns:a16="http://schemas.microsoft.com/office/drawing/2014/main" val="3433496566"/>
                    </a:ext>
                  </a:extLst>
                </a:gridCol>
                <a:gridCol w="863870">
                  <a:extLst>
                    <a:ext uri="{9D8B030D-6E8A-4147-A177-3AD203B41FA5}">
                      <a16:colId xmlns:a16="http://schemas.microsoft.com/office/drawing/2014/main" val="4141301020"/>
                    </a:ext>
                  </a:extLst>
                </a:gridCol>
                <a:gridCol w="903969">
                  <a:extLst>
                    <a:ext uri="{9D8B030D-6E8A-4147-A177-3AD203B41FA5}">
                      <a16:colId xmlns:a16="http://schemas.microsoft.com/office/drawing/2014/main" val="2958209796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Estágio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419174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Casais maduros sem filhos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1.5%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172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02530234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Construtores de ninho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3.6%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9816743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Adultos</a:t>
                      </a:r>
                      <a:r>
                        <a:rPr lang="en-US" sz="1800" dirty="0">
                          <a:effectLst/>
                        </a:rPr>
                        <a:t> </a:t>
                      </a:r>
                      <a:r>
                        <a:rPr lang="en-US" sz="1800" dirty="0" err="1">
                          <a:effectLst/>
                        </a:rPr>
                        <a:t>independentes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6.3%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41668157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Saiu</a:t>
                      </a:r>
                      <a:r>
                        <a:rPr lang="en-US" sz="1800" dirty="0">
                          <a:effectLst/>
                        </a:rPr>
                        <a:t> do </a:t>
                      </a:r>
                      <a:r>
                        <a:rPr lang="en-US" sz="1800" dirty="0" err="1">
                          <a:effectLst/>
                        </a:rPr>
                        <a:t>ninho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3.6%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111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3451532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pt-BR" sz="1800" dirty="0">
                          <a:effectLst/>
                        </a:rPr>
                        <a:t>Solteiros que vivem com familiares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20.3%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110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81837422"/>
                  </a:ext>
                </a:extLst>
              </a:tr>
            </a:tbl>
          </a:graphicData>
        </a:graphic>
      </p:graphicFrame>
      <p:sp>
        <p:nvSpPr>
          <p:cNvPr id="20" name="CaixaDeTexto 19">
            <a:extLst>
              <a:ext uri="{FF2B5EF4-FFF2-40B4-BE49-F238E27FC236}">
                <a16:creationId xmlns:a16="http://schemas.microsoft.com/office/drawing/2014/main" id="{43C200D1-1CF0-A4E5-4B55-51BC800ECE58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1842065265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ED6D9B-3D08-5DF6-A48C-1569AB31BCA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tângulo: Cantos Arredondados 3">
            <a:extLst>
              <a:ext uri="{FF2B5EF4-FFF2-40B4-BE49-F238E27FC236}">
                <a16:creationId xmlns:a16="http://schemas.microsoft.com/office/drawing/2014/main" id="{F623FED9-F4CC-23B8-498D-65707D07B81E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6" name="CaixaDeTexto 5">
            <a:extLst>
              <a:ext uri="{FF2B5EF4-FFF2-40B4-BE49-F238E27FC236}">
                <a16:creationId xmlns:a16="http://schemas.microsoft.com/office/drawing/2014/main" id="{B19F454C-6457-C0CD-E00B-6E4E788F59F5}"/>
              </a:ext>
            </a:extLst>
          </p:cNvPr>
          <p:cNvSpPr txBox="1"/>
          <p:nvPr/>
        </p:nvSpPr>
        <p:spPr>
          <a:xfrm>
            <a:off x="374701" y="350259"/>
            <a:ext cx="492955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Classe Social e Renda </a:t>
            </a:r>
          </a:p>
        </p:txBody>
      </p:sp>
      <p:sp>
        <p:nvSpPr>
          <p:cNvPr id="2" name="CaixaDeTexto 1">
            <a:extLst>
              <a:ext uri="{FF2B5EF4-FFF2-40B4-BE49-F238E27FC236}">
                <a16:creationId xmlns:a16="http://schemas.microsoft.com/office/drawing/2014/main" id="{0E8F6E4F-E6B0-EE83-C194-BCA690310914}"/>
              </a:ext>
            </a:extLst>
          </p:cNvPr>
          <p:cNvSpPr txBox="1"/>
          <p:nvPr/>
        </p:nvSpPr>
        <p:spPr>
          <a:xfrm>
            <a:off x="9164397" y="381036"/>
            <a:ext cx="2761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Bolsonaristas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FC19F692-CB9C-F4FA-7321-75064EAF75B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114438"/>
              </p:ext>
            </p:extLst>
          </p:nvPr>
        </p:nvGraphicFramePr>
        <p:xfrm>
          <a:off x="6096000" y="2165348"/>
          <a:ext cx="5486400" cy="2676906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2974848">
                  <a:extLst>
                    <a:ext uri="{9D8B030D-6E8A-4147-A177-3AD203B41FA5}">
                      <a16:colId xmlns:a16="http://schemas.microsoft.com/office/drawing/2014/main" val="2381862446"/>
                    </a:ext>
                  </a:extLst>
                </a:gridCol>
                <a:gridCol w="1353312">
                  <a:extLst>
                    <a:ext uri="{9D8B030D-6E8A-4147-A177-3AD203B41FA5}">
                      <a16:colId xmlns:a16="http://schemas.microsoft.com/office/drawing/2014/main" val="2076866883"/>
                    </a:ext>
                  </a:extLst>
                </a:gridCol>
                <a:gridCol w="1158240">
                  <a:extLst>
                    <a:ext uri="{9D8B030D-6E8A-4147-A177-3AD203B41FA5}">
                      <a16:colId xmlns:a16="http://schemas.microsoft.com/office/drawing/2014/main" val="376163258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68277481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Evangélicas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16.9%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74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18175990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Afro-Brasileiras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2.3%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6873735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Católica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18.9%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79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428062655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Espírita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57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95633155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Judaica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73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5220139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Orientais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0.1%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28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28168339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Outras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2.2%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85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813616814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 err="1">
                          <a:effectLst/>
                        </a:rPr>
                        <a:t>Não</a:t>
                      </a:r>
                      <a:r>
                        <a:rPr lang="en-US" sz="1800" dirty="0">
                          <a:effectLst/>
                        </a:rPr>
                        <a:t> segue </a:t>
                      </a:r>
                      <a:r>
                        <a:rPr lang="en-US" sz="1800" dirty="0" err="1">
                          <a:effectLst/>
                        </a:rPr>
                        <a:t>religião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22.8%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157823170"/>
                  </a:ext>
                </a:extLst>
              </a:tr>
            </a:tbl>
          </a:graphicData>
        </a:graphic>
      </p:graphicFrame>
      <p:graphicFrame>
        <p:nvGraphicFramePr>
          <p:cNvPr id="9" name="Tabela 8">
            <a:extLst>
              <a:ext uri="{FF2B5EF4-FFF2-40B4-BE49-F238E27FC236}">
                <a16:creationId xmlns:a16="http://schemas.microsoft.com/office/drawing/2014/main" id="{7D489A89-E929-F67B-D58E-2D7AF881C3F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53766411"/>
              </p:ext>
            </p:extLst>
          </p:nvPr>
        </p:nvGraphicFramePr>
        <p:xfrm>
          <a:off x="374701" y="2165348"/>
          <a:ext cx="4398468" cy="1487170"/>
        </p:xfrm>
        <a:graphic>
          <a:graphicData uri="http://schemas.openxmlformats.org/drawingml/2006/table">
            <a:tbl>
              <a:tblPr firstRow="1" firstCol="1" bandRow="1">
                <a:tableStyleId>{5C22544A-7EE6-4342-B048-85BDC9FD1C3A}</a:tableStyleId>
              </a:tblPr>
              <a:tblGrid>
                <a:gridCol w="1466156">
                  <a:extLst>
                    <a:ext uri="{9D8B030D-6E8A-4147-A177-3AD203B41FA5}">
                      <a16:colId xmlns:a16="http://schemas.microsoft.com/office/drawing/2014/main" val="3052677186"/>
                    </a:ext>
                  </a:extLst>
                </a:gridCol>
                <a:gridCol w="1466156">
                  <a:extLst>
                    <a:ext uri="{9D8B030D-6E8A-4147-A177-3AD203B41FA5}">
                      <a16:colId xmlns:a16="http://schemas.microsoft.com/office/drawing/2014/main" val="3684355092"/>
                    </a:ext>
                  </a:extLst>
                </a:gridCol>
                <a:gridCol w="1466156">
                  <a:extLst>
                    <a:ext uri="{9D8B030D-6E8A-4147-A177-3AD203B41FA5}">
                      <a16:colId xmlns:a16="http://schemas.microsoft.com/office/drawing/2014/main" val="2442073800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Classe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Vert%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Afi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08415982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A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6.2%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98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732039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B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28.4%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96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34407390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C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46.4%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95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85598325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DE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>
                          <a:effectLst/>
                        </a:rPr>
                        <a:t>19.1%</a:t>
                      </a:r>
                      <a:endParaRPr lang="pt-BR" sz="180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1000"/>
                        </a:spcAft>
                        <a:buNone/>
                      </a:pPr>
                      <a:r>
                        <a:rPr lang="en-US" sz="1800" dirty="0">
                          <a:effectLst/>
                        </a:rPr>
                        <a:t>123</a:t>
                      </a:r>
                      <a:endParaRPr lang="pt-BR" sz="1800" dirty="0">
                        <a:effectLst/>
                        <a:latin typeface="Cambria" panose="02040503050406030204" pitchFamily="18" charset="0"/>
                        <a:ea typeface="MS Mincho" panose="02020609040205080304" pitchFamily="49" charset="-128"/>
                        <a:cs typeface="Times New Roman" panose="02020603050405020304" pitchFamily="18" charset="0"/>
                      </a:endParaRPr>
                    </a:p>
                  </a:txBody>
                  <a:tcPr marL="68580" marR="68580" marT="0" marB="0"/>
                </a:tc>
                <a:extLst>
                  <a:ext uri="{0D108BD9-81ED-4DB2-BD59-A6C34878D82A}">
                    <a16:rowId xmlns:a16="http://schemas.microsoft.com/office/drawing/2014/main" val="2735691591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1D73423C-C3A9-704D-CAC4-90341D3EE4F4}"/>
              </a:ext>
            </a:extLst>
          </p:cNvPr>
          <p:cNvSpPr txBox="1"/>
          <p:nvPr/>
        </p:nvSpPr>
        <p:spPr>
          <a:xfrm>
            <a:off x="3465456" y="5834318"/>
            <a:ext cx="609904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800" dirty="0"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Renda Média Mensal Familiar: R$ 4.369</a:t>
            </a:r>
            <a:endParaRPr lang="pt-BR" dirty="0"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12" name="CaixaDeTexto 11">
            <a:extLst>
              <a:ext uri="{FF2B5EF4-FFF2-40B4-BE49-F238E27FC236}">
                <a16:creationId xmlns:a16="http://schemas.microsoft.com/office/drawing/2014/main" id="{1400F624-E6FA-134E-6CD5-B6ED76F35589}"/>
              </a:ext>
            </a:extLst>
          </p:cNvPr>
          <p:cNvSpPr txBox="1"/>
          <p:nvPr/>
        </p:nvSpPr>
        <p:spPr>
          <a:xfrm>
            <a:off x="737616" y="1628323"/>
            <a:ext cx="2087431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Classe Social</a:t>
            </a:r>
          </a:p>
        </p:txBody>
      </p:sp>
      <p:sp>
        <p:nvSpPr>
          <p:cNvPr id="13" name="CaixaDeTexto 12">
            <a:extLst>
              <a:ext uri="{FF2B5EF4-FFF2-40B4-BE49-F238E27FC236}">
                <a16:creationId xmlns:a16="http://schemas.microsoft.com/office/drawing/2014/main" id="{3943196F-D53A-58DA-CE7A-781C376F56A1}"/>
              </a:ext>
            </a:extLst>
          </p:cNvPr>
          <p:cNvSpPr txBox="1"/>
          <p:nvPr/>
        </p:nvSpPr>
        <p:spPr>
          <a:xfrm>
            <a:off x="6742176" y="1660661"/>
            <a:ext cx="130997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Religião</a:t>
            </a:r>
          </a:p>
        </p:txBody>
      </p:sp>
      <p:sp>
        <p:nvSpPr>
          <p:cNvPr id="14" name="CaixaDeTexto 13">
            <a:extLst>
              <a:ext uri="{FF2B5EF4-FFF2-40B4-BE49-F238E27FC236}">
                <a16:creationId xmlns:a16="http://schemas.microsoft.com/office/drawing/2014/main" id="{B7F1E9EE-78B0-6F6F-3BDB-0C8A8A549CF9}"/>
              </a:ext>
            </a:extLst>
          </p:cNvPr>
          <p:cNvSpPr txBox="1"/>
          <p:nvPr/>
        </p:nvSpPr>
        <p:spPr>
          <a:xfrm>
            <a:off x="3465456" y="5372653"/>
            <a:ext cx="1173719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2400" b="1" dirty="0">
                <a:solidFill>
                  <a:srgbClr val="0070C0"/>
                </a:solidFill>
              </a:rPr>
              <a:t>Renda:</a:t>
            </a:r>
          </a:p>
        </p:txBody>
      </p:sp>
      <p:sp>
        <p:nvSpPr>
          <p:cNvPr id="15" name="CaixaDeTexto 14">
            <a:extLst>
              <a:ext uri="{FF2B5EF4-FFF2-40B4-BE49-F238E27FC236}">
                <a16:creationId xmlns:a16="http://schemas.microsoft.com/office/drawing/2014/main" id="{EF0F9157-A2F8-9954-952A-8193C8D80B1A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1176164616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F69AFF-494D-5A1D-FEA7-CE9AD6C606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24F70EE8-26A7-AE0E-F249-0644D3F8C157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A4E4D716-61DF-8439-E9B8-96ED1253C940}"/>
              </a:ext>
            </a:extLst>
          </p:cNvPr>
          <p:cNvSpPr txBox="1"/>
          <p:nvPr/>
        </p:nvSpPr>
        <p:spPr>
          <a:xfrm>
            <a:off x="301549" y="350259"/>
            <a:ext cx="460369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Interesses e Crenças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581747B-44A1-CF8E-F350-8D63360D6848}"/>
              </a:ext>
            </a:extLst>
          </p:cNvPr>
          <p:cNvSpPr txBox="1"/>
          <p:nvPr/>
        </p:nvSpPr>
        <p:spPr>
          <a:xfrm>
            <a:off x="9091245" y="381036"/>
            <a:ext cx="2761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Bolsonaristas</a:t>
            </a:r>
          </a:p>
        </p:txBody>
      </p:sp>
      <p:graphicFrame>
        <p:nvGraphicFramePr>
          <p:cNvPr id="10" name="Tabela 9">
            <a:extLst>
              <a:ext uri="{FF2B5EF4-FFF2-40B4-BE49-F238E27FC236}">
                <a16:creationId xmlns:a16="http://schemas.microsoft.com/office/drawing/2014/main" id="{DB8096AE-AD02-C7B5-7138-CF39158C03DF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9190871"/>
              </p:ext>
            </p:extLst>
          </p:nvPr>
        </p:nvGraphicFramePr>
        <p:xfrm>
          <a:off x="301549" y="1905000"/>
          <a:ext cx="11551221" cy="454152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67870">
                  <a:extLst>
                    <a:ext uri="{9D8B030D-6E8A-4147-A177-3AD203B41FA5}">
                      <a16:colId xmlns:a16="http://schemas.microsoft.com/office/drawing/2014/main" val="3552796657"/>
                    </a:ext>
                  </a:extLst>
                </a:gridCol>
                <a:gridCol w="753341">
                  <a:extLst>
                    <a:ext uri="{9D8B030D-6E8A-4147-A177-3AD203B41FA5}">
                      <a16:colId xmlns:a16="http://schemas.microsoft.com/office/drawing/2014/main" val="3765464133"/>
                    </a:ext>
                  </a:extLst>
                </a:gridCol>
                <a:gridCol w="1130010">
                  <a:extLst>
                    <a:ext uri="{9D8B030D-6E8A-4147-A177-3AD203B41FA5}">
                      <a16:colId xmlns:a16="http://schemas.microsoft.com/office/drawing/2014/main" val="3888998066"/>
                    </a:ext>
                  </a:extLst>
                </a:gridCol>
              </a:tblGrid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BOLSONARISTAS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Vert%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Afinidade</a:t>
                      </a:r>
                      <a:endParaRPr lang="pt-BR" sz="1800" b="1" i="1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0406649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É importante seguir aprendendo coisas novas no decorrer da vida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2524382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É muito importante estar bem-informado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370958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A educação dos meus filhos é prioridade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737854114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Se na primeira vez não se triunfa deve-se prosseguir tentando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7594056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Minha fé é realmente importante para mim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49427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É importante sentir-se respeitado pelos nossos colegas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538762617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Tenho prazer em passar tempo com a minha família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4284409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É importante que minha família pense que estou bem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73476468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Minha casa é o melhor lugar do mundo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83321560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Deve-se aproveitar as oportunidades quando surgem na vida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67%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531520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Não abro mão do conforto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73531701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Reciclar é um dever de todos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71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318560855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Vale a pena pagar um pouco mais por produtos de higiene pessoal de boa qualidade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73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26655089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 parece importante manter uma relação duradoura com somente um(a) companheiro(a)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64%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33594963"/>
                  </a:ext>
                </a:extLst>
              </a:tr>
              <a:tr h="19050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Eu sempre procuro os melhores preços ao comprar um equipamento eletrônico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72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927764958"/>
                  </a:ext>
                </a:extLst>
              </a:tr>
            </a:tbl>
          </a:graphicData>
        </a:graphic>
      </p:graphicFrame>
      <p:sp>
        <p:nvSpPr>
          <p:cNvPr id="11" name="CaixaDeTexto 10">
            <a:extLst>
              <a:ext uri="{FF2B5EF4-FFF2-40B4-BE49-F238E27FC236}">
                <a16:creationId xmlns:a16="http://schemas.microsoft.com/office/drawing/2014/main" id="{0735D095-6925-42D7-55F1-07B8C205E273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566808580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CA851D-3AE3-9732-3D3A-497EF440024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D71199C0-EC95-3419-CB45-6D261B15340B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629F9B32-F96B-4EE1-A868-FCA76D2AC0FF}"/>
              </a:ext>
            </a:extLst>
          </p:cNvPr>
          <p:cNvSpPr txBox="1"/>
          <p:nvPr/>
        </p:nvSpPr>
        <p:spPr>
          <a:xfrm>
            <a:off x="9182685" y="435900"/>
            <a:ext cx="2761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Bolsonaristas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E0342F4A-3F75-C272-69AD-7117C79DA8B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8546430"/>
              </p:ext>
            </p:extLst>
          </p:nvPr>
        </p:nvGraphicFramePr>
        <p:xfrm>
          <a:off x="3696286" y="1782762"/>
          <a:ext cx="5175503" cy="4670115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387603">
                  <a:extLst>
                    <a:ext uri="{9D8B030D-6E8A-4147-A177-3AD203B41FA5}">
                      <a16:colId xmlns:a16="http://schemas.microsoft.com/office/drawing/2014/main" val="2049741664"/>
                    </a:ext>
                  </a:extLst>
                </a:gridCol>
                <a:gridCol w="893950">
                  <a:extLst>
                    <a:ext uri="{9D8B030D-6E8A-4147-A177-3AD203B41FA5}">
                      <a16:colId xmlns:a16="http://schemas.microsoft.com/office/drawing/2014/main" val="3112072638"/>
                    </a:ext>
                  </a:extLst>
                </a:gridCol>
                <a:gridCol w="893950">
                  <a:extLst>
                    <a:ext uri="{9D8B030D-6E8A-4147-A177-3AD203B41FA5}">
                      <a16:colId xmlns:a16="http://schemas.microsoft.com/office/drawing/2014/main" val="1997942777"/>
                    </a:ext>
                  </a:extLst>
                </a:gridCol>
              </a:tblGrid>
              <a:tr h="83772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Meio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0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0119492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Internet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083376385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OOH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49607852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Redes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85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699408180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TV Aberta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56%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940839434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Streaming de Música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10705908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Radio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45%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835037059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VOD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76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563793862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Pay TV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20%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490293271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Jornal Online: Leu-U7d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77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197408537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Podcast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69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3599643733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Cinema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13%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94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5505162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Rádio Online: Ouviu-U7d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12%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5832092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Revista Online: Leu-U7d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82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1208975117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>
                          <a:solidFill>
                            <a:schemeClr val="bg1"/>
                          </a:solidFill>
                          <a:effectLst/>
                        </a:rPr>
                        <a:t>Jornal Impresso: Leu-U7d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7%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100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2676057396"/>
                  </a:ext>
                </a:extLst>
              </a:tr>
              <a:tr h="292418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u="none" strike="noStrike" dirty="0">
                          <a:solidFill>
                            <a:schemeClr val="bg1"/>
                          </a:solidFill>
                          <a:effectLst/>
                        </a:rPr>
                        <a:t>Revista Impressa - Recente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4%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tc>
                  <a:txBody>
                    <a:bodyPr/>
                    <a:lstStyle/>
                    <a:p>
                      <a:pPr algn="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69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/>
                </a:tc>
                <a:extLst>
                  <a:ext uri="{0D108BD9-81ED-4DB2-BD59-A6C34878D82A}">
                    <a16:rowId xmlns:a16="http://schemas.microsoft.com/office/drawing/2014/main" val="4002103746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F4746F3D-9561-EFA5-893C-0CD687EA882B}"/>
              </a:ext>
            </a:extLst>
          </p:cNvPr>
          <p:cNvSpPr txBox="1"/>
          <p:nvPr/>
        </p:nvSpPr>
        <p:spPr>
          <a:xfrm>
            <a:off x="374701" y="130803"/>
            <a:ext cx="4480714" cy="12003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Hábitos de Midia/</a:t>
            </a:r>
          </a:p>
          <a:p>
            <a:r>
              <a:rPr lang="pt-BR" sz="3600" b="1" dirty="0">
                <a:solidFill>
                  <a:schemeClr val="bg1"/>
                </a:solidFill>
              </a:rPr>
              <a:t>Consumo dos meios</a:t>
            </a:r>
          </a:p>
        </p:txBody>
      </p:sp>
      <p:sp>
        <p:nvSpPr>
          <p:cNvPr id="9" name="CaixaDeTexto 8">
            <a:extLst>
              <a:ext uri="{FF2B5EF4-FFF2-40B4-BE49-F238E27FC236}">
                <a16:creationId xmlns:a16="http://schemas.microsoft.com/office/drawing/2014/main" id="{21DB525E-C543-1BA2-68CF-1C6E11A7A2E2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923766374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7467C4-3625-C20D-4BC5-2EBCE48DA7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tângulo: Cantos Arredondados 5">
            <a:extLst>
              <a:ext uri="{FF2B5EF4-FFF2-40B4-BE49-F238E27FC236}">
                <a16:creationId xmlns:a16="http://schemas.microsoft.com/office/drawing/2014/main" id="{AF3C6F7A-BDC7-3B0C-3340-BB3B3CE4B44A}"/>
              </a:ext>
            </a:extLst>
          </p:cNvPr>
          <p:cNvSpPr/>
          <p:nvPr/>
        </p:nvSpPr>
        <p:spPr>
          <a:xfrm>
            <a:off x="0" y="0"/>
            <a:ext cx="12192000" cy="1458574"/>
          </a:xfrm>
          <a:prstGeom prst="roundRect">
            <a:avLst/>
          </a:prstGeom>
          <a:solidFill>
            <a:srgbClr val="24D3F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pt-BR" dirty="0"/>
          </a:p>
        </p:txBody>
      </p:sp>
      <p:sp>
        <p:nvSpPr>
          <p:cNvPr id="3" name="CaixaDeTexto 2">
            <a:extLst>
              <a:ext uri="{FF2B5EF4-FFF2-40B4-BE49-F238E27FC236}">
                <a16:creationId xmlns:a16="http://schemas.microsoft.com/office/drawing/2014/main" id="{634BE8F1-FF1B-8252-5C9D-04D5133EF3B6}"/>
              </a:ext>
            </a:extLst>
          </p:cNvPr>
          <p:cNvSpPr txBox="1"/>
          <p:nvPr/>
        </p:nvSpPr>
        <p:spPr>
          <a:xfrm>
            <a:off x="356413" y="386835"/>
            <a:ext cx="404662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600" b="1" dirty="0">
                <a:solidFill>
                  <a:schemeClr val="bg1"/>
                </a:solidFill>
              </a:rPr>
              <a:t>Relação &amp; Hábitos</a:t>
            </a:r>
          </a:p>
        </p:txBody>
      </p:sp>
      <p:sp>
        <p:nvSpPr>
          <p:cNvPr id="4" name="CaixaDeTexto 3">
            <a:extLst>
              <a:ext uri="{FF2B5EF4-FFF2-40B4-BE49-F238E27FC236}">
                <a16:creationId xmlns:a16="http://schemas.microsoft.com/office/drawing/2014/main" id="{05F5D5CC-A037-3788-8D81-4A584D9DF251}"/>
              </a:ext>
            </a:extLst>
          </p:cNvPr>
          <p:cNvSpPr txBox="1"/>
          <p:nvPr/>
        </p:nvSpPr>
        <p:spPr>
          <a:xfrm>
            <a:off x="9146109" y="417612"/>
            <a:ext cx="2761525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pt-BR" sz="3200" b="1" dirty="0">
                <a:solidFill>
                  <a:schemeClr val="bg1"/>
                </a:solidFill>
              </a:rPr>
              <a:t>Bolsonaristas</a:t>
            </a:r>
          </a:p>
        </p:txBody>
      </p:sp>
      <p:graphicFrame>
        <p:nvGraphicFramePr>
          <p:cNvPr id="7" name="Tabela 6">
            <a:extLst>
              <a:ext uri="{FF2B5EF4-FFF2-40B4-BE49-F238E27FC236}">
                <a16:creationId xmlns:a16="http://schemas.microsoft.com/office/drawing/2014/main" id="{D68121D9-34DA-2EB1-6C3A-EC11754263E6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78782595"/>
              </p:ext>
            </p:extLst>
          </p:nvPr>
        </p:nvGraphicFramePr>
        <p:xfrm>
          <a:off x="2633473" y="2322576"/>
          <a:ext cx="5596127" cy="30607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3507775">
                  <a:extLst>
                    <a:ext uri="{9D8B030D-6E8A-4147-A177-3AD203B41FA5}">
                      <a16:colId xmlns:a16="http://schemas.microsoft.com/office/drawing/2014/main" val="2743748900"/>
                    </a:ext>
                  </a:extLst>
                </a:gridCol>
                <a:gridCol w="1044176">
                  <a:extLst>
                    <a:ext uri="{9D8B030D-6E8A-4147-A177-3AD203B41FA5}">
                      <a16:colId xmlns:a16="http://schemas.microsoft.com/office/drawing/2014/main" val="2385748709"/>
                    </a:ext>
                  </a:extLst>
                </a:gridCol>
                <a:gridCol w="1044176">
                  <a:extLst>
                    <a:ext uri="{9D8B030D-6E8A-4147-A177-3AD203B41FA5}">
                      <a16:colId xmlns:a16="http://schemas.microsoft.com/office/drawing/2014/main" val="33754981"/>
                    </a:ext>
                  </a:extLst>
                </a:gridCol>
              </a:tblGrid>
              <a:tr h="3433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Prioridades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V%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b="1" u="none" strike="noStrike" dirty="0" err="1">
                          <a:solidFill>
                            <a:schemeClr val="bg1"/>
                          </a:solidFill>
                          <a:effectLst/>
                        </a:rPr>
                        <a:t>Afi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b">
                    <a:solidFill>
                      <a:srgbClr val="06B5D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7768949"/>
                  </a:ext>
                </a:extLst>
              </a:tr>
              <a:tr h="562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economia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38%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59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49672500"/>
                  </a:ext>
                </a:extLst>
              </a:tr>
              <a:tr h="3433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Combate à violência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20%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38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836044681"/>
                  </a:ext>
                </a:extLst>
              </a:tr>
              <a:tr h="562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>
                          <a:solidFill>
                            <a:schemeClr val="bg1"/>
                          </a:solidFill>
                          <a:effectLst/>
                        </a:rPr>
                        <a:t>Combater a Corrupção</a:t>
                      </a:r>
                      <a:endParaRPr lang="pt-BR" sz="1800" b="1" i="0" u="none" strike="noStrike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48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462302207"/>
                  </a:ext>
                </a:extLst>
              </a:tr>
              <a:tr h="3433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Melhorar a saúde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9%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33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792628588"/>
                  </a:ext>
                </a:extLst>
              </a:tr>
              <a:tr h="343337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Cuidar da Educação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34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7937604"/>
                  </a:ext>
                </a:extLst>
              </a:tr>
              <a:tr h="562460">
                <a:tc>
                  <a:txBody>
                    <a:bodyPr/>
                    <a:lstStyle/>
                    <a:p>
                      <a:pPr algn="l" fontAlgn="b">
                        <a:buNone/>
                      </a:pPr>
                      <a:r>
                        <a:rPr lang="pt-BR" sz="1800" b="1" u="none" strike="noStrike" dirty="0">
                          <a:solidFill>
                            <a:schemeClr val="bg1"/>
                          </a:solidFill>
                          <a:effectLst/>
                        </a:rPr>
                        <a:t>Atenção com problemas sociais</a:t>
                      </a:r>
                      <a:endParaRPr lang="pt-BR" sz="1800" b="1" i="0" u="none" strike="noStrike" dirty="0">
                        <a:solidFill>
                          <a:schemeClr val="bg1"/>
                        </a:solidFill>
                        <a:effectLst/>
                        <a:latin typeface="Tahoma" panose="020B0604030504040204" pitchFamily="34" charset="0"/>
                      </a:endParaRPr>
                    </a:p>
                  </a:txBody>
                  <a:tcPr marL="9525" marR="9525" marT="9525" marB="0" anchor="ctr">
                    <a:solidFill>
                      <a:srgbClr val="06B5D4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>
                          <a:effectLst/>
                        </a:rPr>
                        <a:t>1%</a:t>
                      </a:r>
                      <a:endParaRPr lang="pt-BR" sz="1800" b="0" i="0" u="none" strike="noStrike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fontAlgn="b">
                        <a:buNone/>
                      </a:pPr>
                      <a:r>
                        <a:rPr lang="pt-BR" sz="1800" u="none" strike="noStrike" dirty="0">
                          <a:effectLst/>
                        </a:rPr>
                        <a:t>47</a:t>
                      </a:r>
                      <a:endParaRPr lang="pt-BR" sz="1800" b="0" i="0" u="none" strike="noStrike" dirty="0"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59302338"/>
                  </a:ext>
                </a:extLst>
              </a:tr>
            </a:tbl>
          </a:graphicData>
        </a:graphic>
      </p:graphicFrame>
      <p:sp>
        <p:nvSpPr>
          <p:cNvPr id="8" name="CaixaDeTexto 7">
            <a:extLst>
              <a:ext uri="{FF2B5EF4-FFF2-40B4-BE49-F238E27FC236}">
                <a16:creationId xmlns:a16="http://schemas.microsoft.com/office/drawing/2014/main" id="{9B3B99EB-1200-27F5-0A14-1858C4C395C8}"/>
              </a:ext>
            </a:extLst>
          </p:cNvPr>
          <p:cNvSpPr txBox="1"/>
          <p:nvPr/>
        </p:nvSpPr>
        <p:spPr>
          <a:xfrm>
            <a:off x="94486" y="6488668"/>
            <a:ext cx="7604761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Fonte: Target </a:t>
            </a:r>
            <a:r>
              <a:rPr lang="pt-BR" sz="1200" dirty="0" err="1">
                <a:solidFill>
                  <a:schemeClr val="tx1">
                    <a:lumMod val="50000"/>
                    <a:lumOff val="50000"/>
                  </a:schemeClr>
                </a:solidFill>
              </a:rPr>
              <a:t>Group</a:t>
            </a:r>
            <a:r>
              <a:rPr lang="pt-BR" sz="1200" dirty="0">
                <a:solidFill>
                  <a:schemeClr val="tx1">
                    <a:lumMod val="50000"/>
                    <a:lumOff val="50000"/>
                  </a:schemeClr>
                </a:solidFill>
              </a:rPr>
              <a:t> Index TG BR 2025 R3</a:t>
            </a:r>
          </a:p>
        </p:txBody>
      </p:sp>
    </p:spTree>
    <p:extLst>
      <p:ext uri="{BB962C8B-B14F-4D97-AF65-F5344CB8AC3E}">
        <p14:creationId xmlns:p14="http://schemas.microsoft.com/office/powerpoint/2010/main" val="1320678280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573</TotalTime>
  <Words>4514</Words>
  <Application>Microsoft Office PowerPoint</Application>
  <PresentationFormat>Widescreen</PresentationFormat>
  <Paragraphs>1467</Paragraphs>
  <Slides>37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6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37</vt:i4>
      </vt:variant>
    </vt:vector>
  </HeadingPairs>
  <TitlesOfParts>
    <vt:vector size="44" baseType="lpstr">
      <vt:lpstr>Aptos</vt:lpstr>
      <vt:lpstr>Aptos Display</vt:lpstr>
      <vt:lpstr>Arial</vt:lpstr>
      <vt:lpstr>Calibri</vt:lpstr>
      <vt:lpstr>Cambria</vt:lpstr>
      <vt:lpstr>Tahoma</vt:lpstr>
      <vt:lpstr>Tema do Office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Celia Gutierrez</dc:creator>
  <cp:lastModifiedBy>Celia Gutierrez</cp:lastModifiedBy>
  <cp:revision>1</cp:revision>
  <dcterms:created xsi:type="dcterms:W3CDTF">2026-03-10T11:37:51Z</dcterms:created>
  <dcterms:modified xsi:type="dcterms:W3CDTF">2026-03-10T21:11:02Z</dcterms:modified>
</cp:coreProperties>
</file>